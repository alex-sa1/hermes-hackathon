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84" r:id="rId5"/>
    <p:sldId id="266" r:id="rId6"/>
    <p:sldId id="264" r:id="rId7"/>
    <p:sldId id="291" r:id="rId8"/>
    <p:sldId id="290" r:id="rId9"/>
    <p:sldId id="288" r:id="rId10"/>
    <p:sldId id="289" r:id="rId11"/>
    <p:sldId id="286" r:id="rId12"/>
    <p:sldId id="287" r:id="rId13"/>
    <p:sldId id="285" r:id="rId14"/>
    <p:sldId id="265" r:id="rId15"/>
    <p:sldId id="258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CF9B"/>
    <a:srgbClr val="7CCB62"/>
    <a:srgbClr val="03ACAC"/>
    <a:srgbClr val="79BC8F"/>
    <a:srgbClr val="08D1D9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9"/>
    <p:restoredTop sz="94700"/>
  </p:normalViewPr>
  <p:slideViewPr>
    <p:cSldViewPr snapToGrid="0" showGuides="1">
      <p:cViewPr>
        <p:scale>
          <a:sx n="100" d="100"/>
          <a:sy n="100" d="100"/>
        </p:scale>
        <p:origin x="1068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inpin heiti" panose="00000500000000000000" pitchFamily="2" charset="-122"/>
          <a:ea typeface="inpin heiti" panose="00000500000000000000" pitchFamily="2" charset="-122"/>
          <a:sym typeface="inpin heiti" panose="00000500000000000000" pitchFamily="2" charset="-122"/>
        </a:defRPr>
      </a:pPr>
      <a:endParaRPr lang="tr-T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D0432-58B6-4554-A553-920BD3BB28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1C4D0-DF8A-4DB6-8929-A7878422D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8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69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311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96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2D64-B433-B420-C311-C8916046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6CC20-ACD5-F914-82DA-720F3CD55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492D6-794A-8443-EFFD-D9005524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E4640-7C37-4F63-1E6B-64BE1E367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301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578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168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E323-B0C1-8921-0C18-D92A6FA1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BB26A7-B895-B6A4-C028-15044D523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CC13A6-B5B0-4AD0-FA47-B7AF5D8C6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D7B77-36FC-92CE-523C-BAF79282F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290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377A-6804-B72C-578F-39A56AA3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8769EE-4DC7-502E-E079-A1ED8E7AB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8D0271-0A89-4228-FB08-99C1E2B31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69DD18-2055-E0D2-CCA8-666FF2D06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801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835A-3918-BF61-6704-32CDA58F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3AD94F-6EF2-018B-0E14-EA058C041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575AF7-C11F-A065-90E8-0F7BFBFF7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0D486E-46BA-A392-6CF7-D33DB8044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743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F2D1D-D6BD-5647-D9EA-806E51B88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79E6FD-2049-EB66-FB7F-BE949CD59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764AE1-DDAC-20A1-6C75-C664C2C51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E5B1E-7CBE-DC46-B779-8D24EC424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268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D561F-1BCD-7C21-B58B-0864AE80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DD580C-0BF4-39FC-0432-E2D4EE52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455891-C730-2989-A7B5-638FBAC26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73F362-C9B1-B63A-C856-C66E299B2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987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27F9-0CA3-A5F5-E9EA-8DBF17B4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F1B7EF-CCCB-F3C2-E424-C7F733E75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4169BE-8231-2C77-65E5-2010570A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8B8172-9C8D-2994-1916-BA5124E26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602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15B00-5C17-6DFE-EA56-594A28F7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7726F8-78EF-E79D-839C-02C6081F3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491E51-2D48-3FB1-5C54-CD89553A5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FCEC80-9E0E-C0DE-A042-7F1F618EC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524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351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1C4D0-DF8A-4DB6-8929-A7878422D5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853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57423-845E-4224-BE17-7A42C631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B48CD-5E34-4F4D-A41B-A8D05AEB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1C676-695A-432B-825B-8657F844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9ED70C-FFD3-4567-B8F9-EFCD6991FD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1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3783E-2398-42DB-AD6D-D3D2206A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D14B0-5044-4025-8215-AF25AFD4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7A858-DAA8-43C5-8B1D-DB117AFE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DFCAE4F-4E7A-4375-B267-661E4AB9F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8377"/>
            <a:ext cx="11560629" cy="69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95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A3B21C-993B-4880-9893-19196A25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53C766-CA48-4CD3-AECB-A977D3148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31B3D-3E6A-4751-B535-E560858E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D07A8A-AC35-46F2-B995-C8985E3699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079170"/>
            <a:ext cx="5725886" cy="47984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069265-F5AE-4FB5-88B1-D398ABD55A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7886" y="0"/>
            <a:ext cx="5704114" cy="4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0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D87D93-71D1-43BF-B9DA-1FFA6318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A193AD-196D-42E3-B2BD-689431DE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F3C3D-9C1D-4B37-8461-7241DAE7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08456C0-63BB-45E5-A847-5CD86F4A54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2374900" cy="13588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7CEA3A-8825-42E7-95AF-5EA4F0A20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9817100" y="5499162"/>
            <a:ext cx="2374900" cy="135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3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7AA85-932A-4DDC-9C8B-EECACCC18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5D19FA-0B7A-4CED-87BD-0F449F31C2E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689136-E855-4C37-BF86-94234B64A3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D6BF7D-2567-4094-90EA-B60BA15291F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D73EF8-8DF1-445C-AAF0-CD25DAF730B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668B38-2509-47D8-93D8-FF8ADFF0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6F51C3-679A-494F-8624-50466E0E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A29A43-07EF-409F-9B36-4DB803A7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684466" y="643112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tx1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schemeClr val="tx1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515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42A20-5686-4014-B992-C916B2F0B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99C5F9-74B5-4F92-B922-1BD96FBB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13558C-FC93-4E9B-9CAC-A24C7C31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3E2979-8756-42A7-BB5E-7BC7F80E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81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59B0A1-314B-49B5-A2E5-6A871B85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155799-06E8-4F91-A273-F3EB36CD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E7019E-BD54-47FA-BF40-4D360756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9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E0510-8AC5-425E-A87C-E94292EB5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77522-1BDD-496A-9090-A0EAB38476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C82060-C2AE-4824-B0E2-49B9B1B2E29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9AFE14-9201-4CBB-A8E0-93D5F24B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7B0AB7-684D-4A1F-AB08-BD81CE59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F599D0-1B31-4348-A0A8-E416B3A1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28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0D70B-6756-4269-96E2-671AAC46E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3588AF-0EB9-4D7C-8718-C198F2475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D0BBD2-C970-42A0-A3B9-013CA1DED36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662DC3-0747-40F1-9676-8B5AF680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957E61-A4A5-4908-9576-D1279203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E5126A-7485-4A34-971E-917FBA13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62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0FE88-9C37-40A5-8F4E-57C224AD1D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789637-96C5-45E4-81EF-E6F833FFED1D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5A7D5-925D-4BFC-A353-0B78FC5F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F3F9D7-D591-4218-93D5-F24F5094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A6D5A-D416-4A30-B1AC-513CFC17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3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17376A-CED2-4A69-B2FF-5FB8A9987EC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938FFB-6A9B-4693-AC17-E93CE3636A76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CE1730-76C3-4AA8-AD29-6DC2E9AF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2B093-B461-4399-9DE7-8940F280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7366A-BD98-42FE-A985-2ABB83D0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82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 userDrawn="1"/>
        </p:nvSpPr>
        <p:spPr>
          <a:xfrm>
            <a:off x="11683190" y="150969"/>
            <a:ext cx="356410" cy="287010"/>
          </a:xfrm>
          <a:prstGeom prst="round2DiagRect">
            <a:avLst>
              <a:gd name="adj1" fmla="val 32340"/>
              <a:gd name="adj2" fmla="val 0"/>
            </a:avLst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 Diagonal Corner Rectangle 26"/>
          <p:cNvSpPr/>
          <p:nvPr userDrawn="1"/>
        </p:nvSpPr>
        <p:spPr>
          <a:xfrm>
            <a:off x="11665322" y="128915"/>
            <a:ext cx="356410" cy="287010"/>
          </a:xfrm>
          <a:prstGeom prst="round2DiagRect">
            <a:avLst>
              <a:gd name="adj1" fmla="val 32340"/>
              <a:gd name="adj2" fmla="val 0"/>
            </a:avLst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lide Number Placeholder 5"/>
          <p:cNvSpPr txBox="1">
            <a:spLocks/>
          </p:cNvSpPr>
          <p:nvPr userDrawn="1"/>
        </p:nvSpPr>
        <p:spPr>
          <a:xfrm>
            <a:off x="11631256" y="173194"/>
            <a:ext cx="431790" cy="19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97ECB15-F748-C140-A5C3-CF0090C943BA}" type="slidenum">
              <a:rPr lang="en-US" sz="800" b="0" i="0" smtClean="0">
                <a:solidFill>
                  <a:srgbClr val="FEFEFE"/>
                </a:solidFill>
                <a:latin typeface="Montserrat" charset="0"/>
                <a:ea typeface="Montserrat" charset="0"/>
                <a:cs typeface="Montserrat" charset="0"/>
              </a:rPr>
              <a:pPr algn="ctr"/>
              <a:t>‹#›</a:t>
            </a:fld>
            <a:endParaRPr lang="en-US" sz="800" b="0" i="0" dirty="0">
              <a:solidFill>
                <a:srgbClr val="FEFEFE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grpSp>
        <p:nvGrpSpPr>
          <p:cNvPr id="39" name="Group 38"/>
          <p:cNvGrpSpPr/>
          <p:nvPr userDrawn="1"/>
        </p:nvGrpSpPr>
        <p:grpSpPr>
          <a:xfrm>
            <a:off x="11630384" y="6542411"/>
            <a:ext cx="390166" cy="171788"/>
            <a:chOff x="11125576" y="6251575"/>
            <a:chExt cx="288549" cy="117476"/>
          </a:xfrm>
        </p:grpSpPr>
        <p:sp>
          <p:nvSpPr>
            <p:cNvPr id="33" name="Chevron 32">
              <a:hlinkClick r:id="" action="ppaction://hlinkshowjump?jump=nextslide" tooltip="Next Slide"/>
            </p:cNvPr>
            <p:cNvSpPr/>
            <p:nvPr userDrawn="1"/>
          </p:nvSpPr>
          <p:spPr>
            <a:xfrm>
              <a:off x="11321095" y="6251575"/>
              <a:ext cx="93030" cy="117476"/>
            </a:xfrm>
            <a:prstGeom prst="chevron">
              <a:avLst>
                <a:gd name="adj" fmla="val 66337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Chevron 33">
              <a:hlinkClick r:id="" action="ppaction://hlinkshowjump?jump=previousslide" tooltip="Previous Slide"/>
            </p:cNvPr>
            <p:cNvSpPr/>
            <p:nvPr userDrawn="1"/>
          </p:nvSpPr>
          <p:spPr>
            <a:xfrm rot="10800000">
              <a:off x="11125576" y="6251575"/>
              <a:ext cx="93030" cy="117476"/>
            </a:xfrm>
            <a:prstGeom prst="chevron">
              <a:avLst>
                <a:gd name="adj" fmla="val 64003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Connector 37"/>
            <p:cNvCxnSpPr/>
            <p:nvPr userDrawn="1"/>
          </p:nvCxnSpPr>
          <p:spPr>
            <a:xfrm flipV="1">
              <a:off x="11268075" y="6251575"/>
              <a:ext cx="0" cy="117476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 Placeholder 4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544262" y="6514090"/>
            <a:ext cx="2998268" cy="203846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bg2"/>
                </a:solidFill>
                <a:latin typeface="Montserrat Light" charset="0"/>
                <a:ea typeface="Montserrat Light" charset="0"/>
                <a:cs typeface="Montserrat Light" charset="0"/>
              </a:defRPr>
            </a:lvl1pPr>
            <a:lvl2pPr marL="457200" indent="0" algn="r">
              <a:buNone/>
              <a:defRPr sz="800" b="0" i="0">
                <a:solidFill>
                  <a:schemeClr val="bg2"/>
                </a:solidFill>
                <a:latin typeface="Montserrat Light" charset="0"/>
                <a:ea typeface="Montserrat Light" charset="0"/>
                <a:cs typeface="Montserrat Light" charset="0"/>
              </a:defRPr>
            </a:lvl2pPr>
            <a:lvl3pPr marL="914400" indent="0" algn="r">
              <a:buNone/>
              <a:defRPr sz="800" b="0" i="0">
                <a:solidFill>
                  <a:schemeClr val="bg2"/>
                </a:solidFill>
                <a:latin typeface="Montserrat Light" charset="0"/>
                <a:ea typeface="Montserrat Light" charset="0"/>
                <a:cs typeface="Montserrat Light" charset="0"/>
              </a:defRPr>
            </a:lvl3pPr>
            <a:lvl4pPr marL="1371600" indent="0" algn="r">
              <a:buNone/>
              <a:defRPr sz="800" b="0" i="0">
                <a:solidFill>
                  <a:schemeClr val="bg2"/>
                </a:solidFill>
                <a:latin typeface="Montserrat Light" charset="0"/>
                <a:ea typeface="Montserrat Light" charset="0"/>
                <a:cs typeface="Montserrat Light" charset="0"/>
              </a:defRPr>
            </a:lvl4pPr>
            <a:lvl5pPr marL="1828800" indent="0" algn="r">
              <a:buNone/>
              <a:defRPr sz="800" b="0" i="0">
                <a:solidFill>
                  <a:schemeClr val="bg2"/>
                </a:solidFill>
                <a:latin typeface="Montserrat Light" charset="0"/>
                <a:ea typeface="Montserrat Light" charset="0"/>
                <a:cs typeface="Montserrat Light" charset="0"/>
              </a:defRPr>
            </a:lvl5pPr>
          </a:lstStyle>
          <a:p>
            <a:pPr lvl="0"/>
            <a:r>
              <a:rPr lang="en-US" dirty="0"/>
              <a:t>Click to edit Master text styles for your custom footer</a:t>
            </a:r>
          </a:p>
        </p:txBody>
      </p:sp>
    </p:spTree>
    <p:extLst>
      <p:ext uri="{BB962C8B-B14F-4D97-AF65-F5344CB8AC3E}">
        <p14:creationId xmlns:p14="http://schemas.microsoft.com/office/powerpoint/2010/main" val="2788539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D09D81-BB6D-4101-9AFD-7F61F692A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00C874-6BCE-419F-BD26-2B432F7F3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79986D-8ED7-4784-A0DA-10D6E2580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1367C-571A-4E50-B24F-5CFCFCF4365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3C6DF-E665-420A-9E47-3445D17B5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9F43CA-9665-4895-82AD-11370434A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DBCF4-3563-43DD-9CAA-4DEA42D8A7E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B81DDD-232F-4C59-B271-7DBEAC479E2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7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9960B40-2BA6-4CB2-8336-EA059C3EE445}"/>
              </a:ext>
            </a:extLst>
          </p:cNvPr>
          <p:cNvSpPr/>
          <p:nvPr/>
        </p:nvSpPr>
        <p:spPr>
          <a:xfrm>
            <a:off x="7109012" y="3724059"/>
            <a:ext cx="39175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ro-RO" altLang="zh-CN" sz="6600" i="1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Classroom</a:t>
            </a:r>
            <a:endParaRPr lang="en-US" altLang="zh-CN" sz="6600" i="1" dirty="0">
              <a:solidFill>
                <a:schemeClr val="bg1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D495E3-4D37-4ABB-B9DE-CD3639E2B1C6}"/>
              </a:ext>
            </a:extLst>
          </p:cNvPr>
          <p:cNvSpPr/>
          <p:nvPr/>
        </p:nvSpPr>
        <p:spPr>
          <a:xfrm>
            <a:off x="6746348" y="2349111"/>
            <a:ext cx="362150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ro-RO" altLang="zh-CN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Nibble</a:t>
            </a:r>
            <a:endParaRPr lang="en-US" altLang="zh-CN" sz="9600" b="1" dirty="0">
              <a:solidFill>
                <a:srgbClr val="79BC8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E099AD-511D-4795-BDC5-370424D76C50}"/>
              </a:ext>
            </a:extLst>
          </p:cNvPr>
          <p:cNvSpPr/>
          <p:nvPr/>
        </p:nvSpPr>
        <p:spPr>
          <a:xfrm>
            <a:off x="11313289" y="6409828"/>
            <a:ext cx="83876" cy="8387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B8E0FE-4C31-4D37-97DB-CDC436E2B35B}"/>
              </a:ext>
            </a:extLst>
          </p:cNvPr>
          <p:cNvSpPr/>
          <p:nvPr/>
        </p:nvSpPr>
        <p:spPr>
          <a:xfrm>
            <a:off x="11443596" y="6409828"/>
            <a:ext cx="83876" cy="83876"/>
          </a:xfrm>
          <a:prstGeom prst="rect">
            <a:avLst/>
          </a:prstGeom>
          <a:solidFill>
            <a:srgbClr val="08D1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E9B4E0-0ABE-4169-852C-FD98DA04569B}"/>
              </a:ext>
            </a:extLst>
          </p:cNvPr>
          <p:cNvSpPr/>
          <p:nvPr/>
        </p:nvSpPr>
        <p:spPr>
          <a:xfrm>
            <a:off x="11573902" y="6409828"/>
            <a:ext cx="83876" cy="83876"/>
          </a:xfrm>
          <a:prstGeom prst="rect">
            <a:avLst/>
          </a:prstGeom>
          <a:solidFill>
            <a:srgbClr val="03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srgbClr val="006666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7C5DD2-341F-4921-A817-9742BA21F9B8}"/>
              </a:ext>
            </a:extLst>
          </p:cNvPr>
          <p:cNvSpPr/>
          <p:nvPr/>
        </p:nvSpPr>
        <p:spPr>
          <a:xfrm>
            <a:off x="11704210" y="6409828"/>
            <a:ext cx="83876" cy="83876"/>
          </a:xfrm>
          <a:prstGeom prst="rect">
            <a:avLst/>
          </a:prstGeom>
          <a:solidFill>
            <a:srgbClr val="79B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srgbClr val="79BC8F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6EBE19-64B2-B646-0D50-976C97703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1" y="2579116"/>
            <a:ext cx="955148" cy="95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62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8" decel="5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decel="58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58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decel="5800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BF6816C-47DB-44BE-BE2E-475D02FDC8CA}"/>
              </a:ext>
            </a:extLst>
          </p:cNvPr>
          <p:cNvSpPr/>
          <p:nvPr/>
        </p:nvSpPr>
        <p:spPr bwMode="auto">
          <a:xfrm>
            <a:off x="1179287" y="216342"/>
            <a:ext cx="9833425" cy="1107996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 defTabSz="914377"/>
            <a:r>
              <a:rPr lang="ro-RO" altLang="zh-C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cs typeface="Arial Unicode MS" panose="020B0604020202020204" pitchFamily="34" charset="-122"/>
                <a:sym typeface="inpin heiti" panose="00000500000000000000" pitchFamily="2" charset="-122"/>
              </a:rPr>
              <a:t>Context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cs typeface="Arial Unicode MS" panose="020B0604020202020204" pitchFamily="34" charset="-122"/>
              <a:sym typeface="inpin heiti" panose="00000500000000000000" pitchFamily="2" charset="-122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FC45BDD8-2DD0-450A-9D67-E8E79A07D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661" y="1489821"/>
            <a:ext cx="9833425" cy="1200329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În România, 95% dintre elevii de liceu sunt în sistemul public de învățământ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94B1CE80-8212-4225-8FF9-CD718E4D4F5A}"/>
              </a:ext>
            </a:extLst>
          </p:cNvPr>
          <p:cNvSpPr/>
          <p:nvPr/>
        </p:nvSpPr>
        <p:spPr>
          <a:xfrm>
            <a:off x="701894" y="5113554"/>
            <a:ext cx="954782" cy="954782"/>
          </a:xfrm>
          <a:prstGeom prst="ellipse">
            <a:avLst/>
          </a:prstGeom>
          <a:solidFill>
            <a:srgbClr val="79B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ED1D58A-FB41-484A-9842-703832C33CE3}"/>
              </a:ext>
            </a:extLst>
          </p:cNvPr>
          <p:cNvGrpSpPr/>
          <p:nvPr/>
        </p:nvGrpSpPr>
        <p:grpSpPr>
          <a:xfrm>
            <a:off x="701895" y="3451804"/>
            <a:ext cx="954782" cy="954782"/>
            <a:chOff x="6514706" y="3321140"/>
            <a:chExt cx="745581" cy="745581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F0823418-E1C8-4492-81BF-F0DE482AF415}"/>
                </a:ext>
              </a:extLst>
            </p:cNvPr>
            <p:cNvSpPr/>
            <p:nvPr/>
          </p:nvSpPr>
          <p:spPr>
            <a:xfrm>
              <a:off x="6514706" y="3321140"/>
              <a:ext cx="745581" cy="745581"/>
            </a:xfrm>
            <a:prstGeom prst="ellipse">
              <a:avLst/>
            </a:prstGeom>
            <a:solidFill>
              <a:srgbClr val="00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1C785028-51B6-42D7-8286-A8712F2F1E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608" y="3533199"/>
              <a:ext cx="397775" cy="316650"/>
            </a:xfrm>
            <a:custGeom>
              <a:avLst/>
              <a:gdLst>
                <a:gd name="T0" fmla="*/ 26 w 126"/>
                <a:gd name="T1" fmla="*/ 48 h 100"/>
                <a:gd name="T2" fmla="*/ 44 w 126"/>
                <a:gd name="T3" fmla="*/ 32 h 100"/>
                <a:gd name="T4" fmla="*/ 67 w 126"/>
                <a:gd name="T5" fmla="*/ 45 h 100"/>
                <a:gd name="T6" fmla="*/ 98 w 126"/>
                <a:gd name="T7" fmla="*/ 2 h 100"/>
                <a:gd name="T8" fmla="*/ 126 w 126"/>
                <a:gd name="T9" fmla="*/ 0 h 100"/>
                <a:gd name="T10" fmla="*/ 123 w 126"/>
                <a:gd name="T11" fmla="*/ 28 h 100"/>
                <a:gd name="T12" fmla="*/ 72 w 126"/>
                <a:gd name="T13" fmla="*/ 58 h 100"/>
                <a:gd name="T14" fmla="*/ 64 w 126"/>
                <a:gd name="T15" fmla="*/ 59 h 100"/>
                <a:gd name="T16" fmla="*/ 31 w 126"/>
                <a:gd name="T17" fmla="*/ 63 h 100"/>
                <a:gd name="T18" fmla="*/ 22 w 126"/>
                <a:gd name="T19" fmla="*/ 63 h 100"/>
                <a:gd name="T20" fmla="*/ 9 w 126"/>
                <a:gd name="T21" fmla="*/ 32 h 100"/>
                <a:gd name="T22" fmla="*/ 21 w 126"/>
                <a:gd name="T23" fmla="*/ 100 h 100"/>
                <a:gd name="T24" fmla="*/ 16 w 126"/>
                <a:gd name="T25" fmla="*/ 71 h 100"/>
                <a:gd name="T26" fmla="*/ 11 w 126"/>
                <a:gd name="T27" fmla="*/ 65 h 100"/>
                <a:gd name="T28" fmla="*/ 6 w 126"/>
                <a:gd name="T29" fmla="*/ 100 h 100"/>
                <a:gd name="T30" fmla="*/ 11 w 126"/>
                <a:gd name="T31" fmla="*/ 65 h 100"/>
                <a:gd name="T32" fmla="*/ 31 w 126"/>
                <a:gd name="T33" fmla="*/ 100 h 100"/>
                <a:gd name="T34" fmla="*/ 26 w 126"/>
                <a:gd name="T35" fmla="*/ 80 h 100"/>
                <a:gd name="T36" fmla="*/ 31 w 126"/>
                <a:gd name="T37" fmla="*/ 76 h 100"/>
                <a:gd name="T38" fmla="*/ 36 w 126"/>
                <a:gd name="T39" fmla="*/ 71 h 100"/>
                <a:gd name="T40" fmla="*/ 41 w 126"/>
                <a:gd name="T41" fmla="*/ 100 h 100"/>
                <a:gd name="T42" fmla="*/ 51 w 126"/>
                <a:gd name="T43" fmla="*/ 62 h 100"/>
                <a:gd name="T44" fmla="*/ 46 w 126"/>
                <a:gd name="T45" fmla="*/ 62 h 100"/>
                <a:gd name="T46" fmla="*/ 51 w 126"/>
                <a:gd name="T47" fmla="*/ 100 h 100"/>
                <a:gd name="T48" fmla="*/ 61 w 126"/>
                <a:gd name="T49" fmla="*/ 68 h 100"/>
                <a:gd name="T50" fmla="*/ 56 w 126"/>
                <a:gd name="T51" fmla="*/ 100 h 100"/>
                <a:gd name="T52" fmla="*/ 61 w 126"/>
                <a:gd name="T53" fmla="*/ 68 h 100"/>
                <a:gd name="T54" fmla="*/ 71 w 126"/>
                <a:gd name="T55" fmla="*/ 100 h 100"/>
                <a:gd name="T56" fmla="*/ 66 w 126"/>
                <a:gd name="T57" fmla="*/ 71 h 100"/>
                <a:gd name="T58" fmla="*/ 71 w 126"/>
                <a:gd name="T59" fmla="*/ 72 h 100"/>
                <a:gd name="T60" fmla="*/ 76 w 126"/>
                <a:gd name="T61" fmla="*/ 67 h 100"/>
                <a:gd name="T62" fmla="*/ 81 w 126"/>
                <a:gd name="T63" fmla="*/ 100 h 100"/>
                <a:gd name="T64" fmla="*/ 91 w 126"/>
                <a:gd name="T65" fmla="*/ 54 h 100"/>
                <a:gd name="T66" fmla="*/ 86 w 126"/>
                <a:gd name="T67" fmla="*/ 100 h 100"/>
                <a:gd name="T68" fmla="*/ 91 w 126"/>
                <a:gd name="T69" fmla="*/ 54 h 100"/>
                <a:gd name="T70" fmla="*/ 96 w 126"/>
                <a:gd name="T71" fmla="*/ 50 h 100"/>
                <a:gd name="T72" fmla="*/ 101 w 126"/>
                <a:gd name="T73" fmla="*/ 100 h 100"/>
                <a:gd name="T74" fmla="*/ 111 w 126"/>
                <a:gd name="T75" fmla="*/ 37 h 100"/>
                <a:gd name="T76" fmla="*/ 106 w 126"/>
                <a:gd name="T77" fmla="*/ 100 h 100"/>
                <a:gd name="T78" fmla="*/ 111 w 126"/>
                <a:gd name="T79" fmla="*/ 3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6" h="100">
                  <a:moveTo>
                    <a:pt x="9" y="32"/>
                  </a:moveTo>
                  <a:cubicBezTo>
                    <a:pt x="26" y="48"/>
                    <a:pt x="26" y="48"/>
                    <a:pt x="26" y="48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112" y="1"/>
                    <a:pt x="112" y="1"/>
                    <a:pt x="112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5" y="14"/>
                    <a:pt x="125" y="14"/>
                    <a:pt x="125" y="14"/>
                  </a:cubicBezTo>
                  <a:cubicBezTo>
                    <a:pt x="123" y="28"/>
                    <a:pt x="123" y="28"/>
                    <a:pt x="123" y="28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9" y="32"/>
                    <a:pt x="9" y="32"/>
                    <a:pt x="9" y="32"/>
                  </a:cubicBezTo>
                  <a:close/>
                  <a:moveTo>
                    <a:pt x="21" y="75"/>
                  </a:moveTo>
                  <a:cubicBezTo>
                    <a:pt x="21" y="100"/>
                    <a:pt x="21" y="100"/>
                    <a:pt x="21" y="100"/>
                  </a:cubicBezTo>
                  <a:cubicBezTo>
                    <a:pt x="19" y="100"/>
                    <a:pt x="18" y="100"/>
                    <a:pt x="16" y="100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21" y="75"/>
                    <a:pt x="21" y="75"/>
                    <a:pt x="21" y="75"/>
                  </a:cubicBezTo>
                  <a:close/>
                  <a:moveTo>
                    <a:pt x="11" y="65"/>
                  </a:moveTo>
                  <a:cubicBezTo>
                    <a:pt x="6" y="61"/>
                    <a:pt x="6" y="61"/>
                    <a:pt x="6" y="61"/>
                  </a:cubicBezTo>
                  <a:cubicBezTo>
                    <a:pt x="6" y="100"/>
                    <a:pt x="6" y="100"/>
                    <a:pt x="6" y="100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1" y="65"/>
                    <a:pt x="11" y="65"/>
                    <a:pt x="11" y="65"/>
                  </a:cubicBezTo>
                  <a:close/>
                  <a:moveTo>
                    <a:pt x="31" y="76"/>
                  </a:moveTo>
                  <a:cubicBezTo>
                    <a:pt x="31" y="100"/>
                    <a:pt x="31" y="100"/>
                    <a:pt x="31" y="100"/>
                  </a:cubicBezTo>
                  <a:cubicBezTo>
                    <a:pt x="29" y="100"/>
                    <a:pt x="28" y="100"/>
                    <a:pt x="26" y="100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31" y="76"/>
                    <a:pt x="31" y="76"/>
                    <a:pt x="31" y="76"/>
                  </a:cubicBezTo>
                  <a:close/>
                  <a:moveTo>
                    <a:pt x="41" y="67"/>
                  </a:moveTo>
                  <a:cubicBezTo>
                    <a:pt x="36" y="71"/>
                    <a:pt x="36" y="71"/>
                    <a:pt x="36" y="71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8" y="100"/>
                    <a:pt x="39" y="100"/>
                    <a:pt x="41" y="100"/>
                  </a:cubicBezTo>
                  <a:cubicBezTo>
                    <a:pt x="41" y="67"/>
                    <a:pt x="41" y="67"/>
                    <a:pt x="41" y="67"/>
                  </a:cubicBezTo>
                  <a:close/>
                  <a:moveTo>
                    <a:pt x="51" y="62"/>
                  </a:moveTo>
                  <a:cubicBezTo>
                    <a:pt x="48" y="60"/>
                    <a:pt x="48" y="60"/>
                    <a:pt x="48" y="60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6" y="100"/>
                    <a:pt x="46" y="100"/>
                    <a:pt x="46" y="100"/>
                  </a:cubicBezTo>
                  <a:cubicBezTo>
                    <a:pt x="48" y="100"/>
                    <a:pt x="49" y="100"/>
                    <a:pt x="51" y="100"/>
                  </a:cubicBezTo>
                  <a:cubicBezTo>
                    <a:pt x="51" y="62"/>
                    <a:pt x="51" y="62"/>
                    <a:pt x="51" y="62"/>
                  </a:cubicBezTo>
                  <a:close/>
                  <a:moveTo>
                    <a:pt x="61" y="68"/>
                  </a:moveTo>
                  <a:cubicBezTo>
                    <a:pt x="56" y="65"/>
                    <a:pt x="56" y="65"/>
                    <a:pt x="56" y="65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8" y="100"/>
                    <a:pt x="59" y="100"/>
                    <a:pt x="61" y="100"/>
                  </a:cubicBezTo>
                  <a:cubicBezTo>
                    <a:pt x="61" y="68"/>
                    <a:pt x="61" y="68"/>
                    <a:pt x="61" y="68"/>
                  </a:cubicBezTo>
                  <a:close/>
                  <a:moveTo>
                    <a:pt x="71" y="72"/>
                  </a:moveTo>
                  <a:cubicBezTo>
                    <a:pt x="71" y="100"/>
                    <a:pt x="71" y="100"/>
                    <a:pt x="71" y="100"/>
                  </a:cubicBezTo>
                  <a:cubicBezTo>
                    <a:pt x="69" y="100"/>
                    <a:pt x="68" y="100"/>
                    <a:pt x="66" y="100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69" y="73"/>
                    <a:pt x="69" y="73"/>
                    <a:pt x="69" y="73"/>
                  </a:cubicBezTo>
                  <a:cubicBezTo>
                    <a:pt x="71" y="72"/>
                    <a:pt x="71" y="72"/>
                    <a:pt x="71" y="72"/>
                  </a:cubicBezTo>
                  <a:close/>
                  <a:moveTo>
                    <a:pt x="81" y="63"/>
                  </a:moveTo>
                  <a:cubicBezTo>
                    <a:pt x="76" y="67"/>
                    <a:pt x="76" y="67"/>
                    <a:pt x="76" y="67"/>
                  </a:cubicBezTo>
                  <a:cubicBezTo>
                    <a:pt x="76" y="100"/>
                    <a:pt x="76" y="100"/>
                    <a:pt x="76" y="100"/>
                  </a:cubicBezTo>
                  <a:cubicBezTo>
                    <a:pt x="78" y="100"/>
                    <a:pt x="79" y="100"/>
                    <a:pt x="81" y="100"/>
                  </a:cubicBezTo>
                  <a:cubicBezTo>
                    <a:pt x="81" y="63"/>
                    <a:pt x="81" y="63"/>
                    <a:pt x="81" y="63"/>
                  </a:cubicBezTo>
                  <a:close/>
                  <a:moveTo>
                    <a:pt x="91" y="54"/>
                  </a:moveTo>
                  <a:cubicBezTo>
                    <a:pt x="86" y="58"/>
                    <a:pt x="86" y="58"/>
                    <a:pt x="86" y="58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8" y="100"/>
                    <a:pt x="89" y="100"/>
                    <a:pt x="91" y="100"/>
                  </a:cubicBezTo>
                  <a:cubicBezTo>
                    <a:pt x="91" y="54"/>
                    <a:pt x="91" y="54"/>
                    <a:pt x="91" y="54"/>
                  </a:cubicBezTo>
                  <a:close/>
                  <a:moveTo>
                    <a:pt x="101" y="45"/>
                  </a:moveTo>
                  <a:cubicBezTo>
                    <a:pt x="96" y="50"/>
                    <a:pt x="96" y="50"/>
                    <a:pt x="96" y="50"/>
                  </a:cubicBezTo>
                  <a:cubicBezTo>
                    <a:pt x="96" y="100"/>
                    <a:pt x="96" y="100"/>
                    <a:pt x="96" y="100"/>
                  </a:cubicBezTo>
                  <a:cubicBezTo>
                    <a:pt x="98" y="100"/>
                    <a:pt x="99" y="100"/>
                    <a:pt x="101" y="100"/>
                  </a:cubicBezTo>
                  <a:cubicBezTo>
                    <a:pt x="101" y="45"/>
                    <a:pt x="101" y="45"/>
                    <a:pt x="101" y="45"/>
                  </a:cubicBezTo>
                  <a:close/>
                  <a:moveTo>
                    <a:pt x="111" y="37"/>
                  </a:moveTo>
                  <a:cubicBezTo>
                    <a:pt x="106" y="41"/>
                    <a:pt x="106" y="41"/>
                    <a:pt x="106" y="41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11" y="100"/>
                    <a:pt x="111" y="100"/>
                    <a:pt x="111" y="100"/>
                  </a:cubicBezTo>
                  <a:lnTo>
                    <a:pt x="11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>
                <a:solidFill>
                  <a:prstClr val="black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34" name="椭圆 33">
            <a:extLst>
              <a:ext uri="{FF2B5EF4-FFF2-40B4-BE49-F238E27FC236}">
                <a16:creationId xmlns:a16="http://schemas.microsoft.com/office/drawing/2014/main" id="{DDF15D8B-D9FE-400A-A4DF-73ED6296DDCD}"/>
              </a:ext>
            </a:extLst>
          </p:cNvPr>
          <p:cNvSpPr/>
          <p:nvPr/>
        </p:nvSpPr>
        <p:spPr>
          <a:xfrm>
            <a:off x="10722804" y="4312998"/>
            <a:ext cx="954782" cy="954782"/>
          </a:xfrm>
          <a:prstGeom prst="ellipse">
            <a:avLst/>
          </a:prstGeom>
          <a:solidFill>
            <a:srgbClr val="03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dirty="0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DC208AF-D1CF-485D-8D51-991FEDB6D697}"/>
              </a:ext>
            </a:extLst>
          </p:cNvPr>
          <p:cNvGrpSpPr/>
          <p:nvPr/>
        </p:nvGrpSpPr>
        <p:grpSpPr>
          <a:xfrm>
            <a:off x="701896" y="1595798"/>
            <a:ext cx="954782" cy="954782"/>
            <a:chOff x="4344139" y="3321140"/>
            <a:chExt cx="745581" cy="745581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2EEEE60E-690B-45E3-8046-CDCF2C08986C}"/>
                </a:ext>
              </a:extLst>
            </p:cNvPr>
            <p:cNvSpPr/>
            <p:nvPr/>
          </p:nvSpPr>
          <p:spPr>
            <a:xfrm>
              <a:off x="4344139" y="3321140"/>
              <a:ext cx="745581" cy="745581"/>
            </a:xfrm>
            <a:prstGeom prst="ellipse">
              <a:avLst/>
            </a:prstGeom>
            <a:solidFill>
              <a:srgbClr val="08D1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88B47DBD-E671-4E27-8C4D-B18A10241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3184" y="3533199"/>
              <a:ext cx="367490" cy="347697"/>
            </a:xfrm>
            <a:custGeom>
              <a:avLst/>
              <a:gdLst>
                <a:gd name="T0" fmla="*/ 109 w 123"/>
                <a:gd name="T1" fmla="*/ 0 h 116"/>
                <a:gd name="T2" fmla="*/ 123 w 123"/>
                <a:gd name="T3" fmla="*/ 14 h 116"/>
                <a:gd name="T4" fmla="*/ 119 w 123"/>
                <a:gd name="T5" fmla="*/ 55 h 116"/>
                <a:gd name="T6" fmla="*/ 100 w 123"/>
                <a:gd name="T7" fmla="*/ 60 h 116"/>
                <a:gd name="T8" fmla="*/ 90 w 123"/>
                <a:gd name="T9" fmla="*/ 73 h 116"/>
                <a:gd name="T10" fmla="*/ 84 w 123"/>
                <a:gd name="T11" fmla="*/ 70 h 116"/>
                <a:gd name="T12" fmla="*/ 82 w 123"/>
                <a:gd name="T13" fmla="*/ 66 h 116"/>
                <a:gd name="T14" fmla="*/ 63 w 123"/>
                <a:gd name="T15" fmla="*/ 60 h 116"/>
                <a:gd name="T16" fmla="*/ 66 w 123"/>
                <a:gd name="T17" fmla="*/ 52 h 116"/>
                <a:gd name="T18" fmla="*/ 93 w 123"/>
                <a:gd name="T19" fmla="*/ 52 h 116"/>
                <a:gd name="T20" fmla="*/ 91 w 123"/>
                <a:gd name="T21" fmla="*/ 59 h 116"/>
                <a:gd name="T22" fmla="*/ 97 w 123"/>
                <a:gd name="T23" fmla="*/ 52 h 116"/>
                <a:gd name="T24" fmla="*/ 109 w 123"/>
                <a:gd name="T25" fmla="*/ 52 h 116"/>
                <a:gd name="T26" fmla="*/ 115 w 123"/>
                <a:gd name="T27" fmla="*/ 46 h 116"/>
                <a:gd name="T28" fmla="*/ 113 w 123"/>
                <a:gd name="T29" fmla="*/ 9 h 116"/>
                <a:gd name="T30" fmla="*/ 57 w 123"/>
                <a:gd name="T31" fmla="*/ 7 h 116"/>
                <a:gd name="T32" fmla="*/ 51 w 123"/>
                <a:gd name="T33" fmla="*/ 14 h 116"/>
                <a:gd name="T34" fmla="*/ 43 w 123"/>
                <a:gd name="T35" fmla="*/ 16 h 116"/>
                <a:gd name="T36" fmla="*/ 47 w 123"/>
                <a:gd name="T37" fmla="*/ 4 h 116"/>
                <a:gd name="T38" fmla="*/ 11 w 123"/>
                <a:gd name="T39" fmla="*/ 74 h 116"/>
                <a:gd name="T40" fmla="*/ 79 w 123"/>
                <a:gd name="T41" fmla="*/ 107 h 116"/>
                <a:gd name="T42" fmla="*/ 60 w 123"/>
                <a:gd name="T43" fmla="*/ 73 h 116"/>
                <a:gd name="T44" fmla="*/ 52 w 123"/>
                <a:gd name="T45" fmla="*/ 65 h 116"/>
                <a:gd name="T46" fmla="*/ 59 w 123"/>
                <a:gd name="T47" fmla="*/ 54 h 116"/>
                <a:gd name="T48" fmla="*/ 60 w 123"/>
                <a:gd name="T49" fmla="*/ 47 h 116"/>
                <a:gd name="T50" fmla="*/ 58 w 123"/>
                <a:gd name="T51" fmla="*/ 46 h 116"/>
                <a:gd name="T52" fmla="*/ 25 w 123"/>
                <a:gd name="T53" fmla="*/ 27 h 116"/>
                <a:gd name="T54" fmla="*/ 20 w 123"/>
                <a:gd name="T55" fmla="*/ 46 h 116"/>
                <a:gd name="T56" fmla="*/ 19 w 123"/>
                <a:gd name="T57" fmla="*/ 47 h 116"/>
                <a:gd name="T58" fmla="*/ 23 w 123"/>
                <a:gd name="T59" fmla="*/ 57 h 116"/>
                <a:gd name="T60" fmla="*/ 26 w 123"/>
                <a:gd name="T61" fmla="*/ 72 h 116"/>
                <a:gd name="T62" fmla="*/ 11 w 123"/>
                <a:gd name="T63" fmla="*/ 7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3" h="116">
                  <a:moveTo>
                    <a:pt x="57" y="0"/>
                  </a:moveTo>
                  <a:cubicBezTo>
                    <a:pt x="109" y="0"/>
                    <a:pt x="109" y="0"/>
                    <a:pt x="109" y="0"/>
                  </a:cubicBezTo>
                  <a:cubicBezTo>
                    <a:pt x="113" y="0"/>
                    <a:pt x="116" y="1"/>
                    <a:pt x="119" y="4"/>
                  </a:cubicBezTo>
                  <a:cubicBezTo>
                    <a:pt x="121" y="6"/>
                    <a:pt x="123" y="10"/>
                    <a:pt x="123" y="14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9"/>
                    <a:pt x="121" y="53"/>
                    <a:pt x="119" y="55"/>
                  </a:cubicBezTo>
                  <a:cubicBezTo>
                    <a:pt x="116" y="58"/>
                    <a:pt x="113" y="60"/>
                    <a:pt x="109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82" y="66"/>
                    <a:pt x="82" y="66"/>
                    <a:pt x="82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58"/>
                    <a:pt x="64" y="57"/>
                    <a:pt x="65" y="56"/>
                  </a:cubicBezTo>
                  <a:cubicBezTo>
                    <a:pt x="65" y="55"/>
                    <a:pt x="66" y="53"/>
                    <a:pt x="66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6" y="53"/>
                    <a:pt x="96" y="53"/>
                    <a:pt x="96" y="53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109" y="52"/>
                    <a:pt x="109" y="52"/>
                    <a:pt x="109" y="52"/>
                  </a:cubicBezTo>
                  <a:cubicBezTo>
                    <a:pt x="111" y="52"/>
                    <a:pt x="112" y="51"/>
                    <a:pt x="113" y="50"/>
                  </a:cubicBezTo>
                  <a:cubicBezTo>
                    <a:pt x="114" y="49"/>
                    <a:pt x="115" y="47"/>
                    <a:pt x="115" y="46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2"/>
                    <a:pt x="114" y="10"/>
                    <a:pt x="113" y="9"/>
                  </a:cubicBezTo>
                  <a:cubicBezTo>
                    <a:pt x="112" y="8"/>
                    <a:pt x="111" y="7"/>
                    <a:pt x="109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5" y="7"/>
                    <a:pt x="54" y="8"/>
                    <a:pt x="53" y="9"/>
                  </a:cubicBezTo>
                  <a:cubicBezTo>
                    <a:pt x="51" y="10"/>
                    <a:pt x="51" y="12"/>
                    <a:pt x="51" y="14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48" y="17"/>
                    <a:pt x="46" y="16"/>
                    <a:pt x="43" y="16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0"/>
                    <a:pt x="45" y="6"/>
                    <a:pt x="47" y="4"/>
                  </a:cubicBezTo>
                  <a:cubicBezTo>
                    <a:pt x="50" y="1"/>
                    <a:pt x="53" y="0"/>
                    <a:pt x="57" y="0"/>
                  </a:cubicBezTo>
                  <a:close/>
                  <a:moveTo>
                    <a:pt x="11" y="74"/>
                  </a:moveTo>
                  <a:cubicBezTo>
                    <a:pt x="2" y="82"/>
                    <a:pt x="0" y="98"/>
                    <a:pt x="0" y="107"/>
                  </a:cubicBezTo>
                  <a:cubicBezTo>
                    <a:pt x="9" y="116"/>
                    <a:pt x="67" y="115"/>
                    <a:pt x="79" y="107"/>
                  </a:cubicBezTo>
                  <a:cubicBezTo>
                    <a:pt x="80" y="96"/>
                    <a:pt x="75" y="80"/>
                    <a:pt x="68" y="73"/>
                  </a:cubicBezTo>
                  <a:cubicBezTo>
                    <a:pt x="65" y="73"/>
                    <a:pt x="63" y="73"/>
                    <a:pt x="60" y="73"/>
                  </a:cubicBezTo>
                  <a:cubicBezTo>
                    <a:pt x="58" y="73"/>
                    <a:pt x="56" y="73"/>
                    <a:pt x="55" y="72"/>
                  </a:cubicBezTo>
                  <a:cubicBezTo>
                    <a:pt x="53" y="71"/>
                    <a:pt x="52" y="68"/>
                    <a:pt x="52" y="65"/>
                  </a:cubicBezTo>
                  <a:cubicBezTo>
                    <a:pt x="54" y="63"/>
                    <a:pt x="55" y="60"/>
                    <a:pt x="56" y="57"/>
                  </a:cubicBezTo>
                  <a:cubicBezTo>
                    <a:pt x="57" y="56"/>
                    <a:pt x="58" y="55"/>
                    <a:pt x="59" y="54"/>
                  </a:cubicBezTo>
                  <a:cubicBezTo>
                    <a:pt x="60" y="52"/>
                    <a:pt x="60" y="50"/>
                    <a:pt x="60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9" y="46"/>
                    <a:pt x="59" y="46"/>
                    <a:pt x="58" y="46"/>
                  </a:cubicBezTo>
                  <a:cubicBezTo>
                    <a:pt x="60" y="36"/>
                    <a:pt x="58" y="30"/>
                    <a:pt x="53" y="26"/>
                  </a:cubicBezTo>
                  <a:cubicBezTo>
                    <a:pt x="46" y="21"/>
                    <a:pt x="32" y="21"/>
                    <a:pt x="25" y="27"/>
                  </a:cubicBezTo>
                  <a:cubicBezTo>
                    <a:pt x="20" y="30"/>
                    <a:pt x="19" y="35"/>
                    <a:pt x="21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50"/>
                    <a:pt x="20" y="52"/>
                    <a:pt x="20" y="54"/>
                  </a:cubicBezTo>
                  <a:cubicBezTo>
                    <a:pt x="21" y="55"/>
                    <a:pt x="22" y="56"/>
                    <a:pt x="23" y="57"/>
                  </a:cubicBezTo>
                  <a:cubicBezTo>
                    <a:pt x="24" y="60"/>
                    <a:pt x="26" y="63"/>
                    <a:pt x="28" y="65"/>
                  </a:cubicBezTo>
                  <a:cubicBezTo>
                    <a:pt x="28" y="68"/>
                    <a:pt x="27" y="70"/>
                    <a:pt x="26" y="72"/>
                  </a:cubicBezTo>
                  <a:cubicBezTo>
                    <a:pt x="24" y="73"/>
                    <a:pt x="22" y="74"/>
                    <a:pt x="20" y="74"/>
                  </a:cubicBezTo>
                  <a:cubicBezTo>
                    <a:pt x="17" y="74"/>
                    <a:pt x="14" y="74"/>
                    <a:pt x="11" y="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>
                <a:solidFill>
                  <a:prstClr val="black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F0F5E138-6628-48AA-8FEC-981A3A573613}"/>
              </a:ext>
            </a:extLst>
          </p:cNvPr>
          <p:cNvSpPr/>
          <p:nvPr/>
        </p:nvSpPr>
        <p:spPr>
          <a:xfrm>
            <a:off x="11313289" y="6409828"/>
            <a:ext cx="83876" cy="8387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10AAA05-7275-456C-8CD5-BAF8694505FF}"/>
              </a:ext>
            </a:extLst>
          </p:cNvPr>
          <p:cNvSpPr/>
          <p:nvPr/>
        </p:nvSpPr>
        <p:spPr>
          <a:xfrm>
            <a:off x="11443596" y="6409828"/>
            <a:ext cx="83876" cy="83876"/>
          </a:xfrm>
          <a:prstGeom prst="rect">
            <a:avLst/>
          </a:prstGeom>
          <a:solidFill>
            <a:srgbClr val="08D1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762FDFB-9FE8-406A-8BB4-C31A4DF91BF3}"/>
              </a:ext>
            </a:extLst>
          </p:cNvPr>
          <p:cNvSpPr/>
          <p:nvPr/>
        </p:nvSpPr>
        <p:spPr>
          <a:xfrm>
            <a:off x="11573902" y="6409828"/>
            <a:ext cx="83876" cy="83876"/>
          </a:xfrm>
          <a:prstGeom prst="rect">
            <a:avLst/>
          </a:prstGeom>
          <a:solidFill>
            <a:srgbClr val="03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srgbClr val="006666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3F256AC-97D5-41F2-84C3-2910E1508C0B}"/>
              </a:ext>
            </a:extLst>
          </p:cNvPr>
          <p:cNvSpPr/>
          <p:nvPr/>
        </p:nvSpPr>
        <p:spPr>
          <a:xfrm>
            <a:off x="11704210" y="6409828"/>
            <a:ext cx="83876" cy="83876"/>
          </a:xfrm>
          <a:prstGeom prst="rect">
            <a:avLst/>
          </a:prstGeom>
          <a:solidFill>
            <a:srgbClr val="79B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srgbClr val="79BC8F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8A286809-EDC1-072D-DFC6-B1FA76F5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353" y="3302520"/>
            <a:ext cx="9833425" cy="1200329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În timp ce digitalizarea întârzie, golul este umplut de piața privată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DC6100-C90E-F050-8431-2FBCD2A57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7" y="5226677"/>
            <a:ext cx="728536" cy="728536"/>
          </a:xfrm>
          <a:prstGeom prst="rect">
            <a:avLst/>
          </a:prstGeom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035542CA-1FCA-3790-E6A3-531CD1AB9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415" y="5267779"/>
            <a:ext cx="9833425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Apar noi probleme, sau soluțiile lasă de dorit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2904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" presetClass="entr" presetSubtype="8" decel="5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decel="58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58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decel="5800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5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5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5" grpId="0" animBg="1"/>
      <p:bldP spid="46" grpId="0" animBg="1"/>
      <p:bldP spid="47" grpId="0" animBg="1"/>
      <p:bldP spid="48" grpId="0" animBg="1"/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5762051" y="1491800"/>
            <a:ext cx="2153816" cy="2153816"/>
          </a:xfrm>
          <a:prstGeom prst="ellipse">
            <a:avLst/>
          </a:prstGeom>
          <a:solidFill>
            <a:srgbClr val="7CCB62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矩形 25"/>
          <p:cNvSpPr>
            <a:spLocks noChangeArrowheads="1"/>
          </p:cNvSpPr>
          <p:nvPr/>
        </p:nvSpPr>
        <p:spPr bwMode="auto">
          <a:xfrm>
            <a:off x="356978" y="4023025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1) Decentralizare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8970856" y="2259439"/>
            <a:ext cx="3393131" cy="3394331"/>
            <a:chOff x="4520182" y="1614106"/>
            <a:chExt cx="2544848" cy="2545748"/>
          </a:xfrm>
        </p:grpSpPr>
        <p:sp>
          <p:nvSpPr>
            <p:cNvPr id="43" name="矩形 42"/>
            <p:cNvSpPr/>
            <p:nvPr/>
          </p:nvSpPr>
          <p:spPr>
            <a:xfrm>
              <a:off x="5786753" y="2850529"/>
              <a:ext cx="1278277" cy="1309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泪滴形 45"/>
            <p:cNvSpPr/>
            <p:nvPr/>
          </p:nvSpPr>
          <p:spPr bwMode="auto">
            <a:xfrm rot="5400000">
              <a:off x="4520181" y="1614107"/>
              <a:ext cx="1326585" cy="1326584"/>
            </a:xfrm>
            <a:prstGeom prst="teardrop">
              <a:avLst/>
            </a:prstGeom>
            <a:solidFill>
              <a:srgbClr val="7CCB6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 bwMode="auto">
            <a:xfrm>
              <a:off x="5624492" y="2684392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360901" y="2329382"/>
            <a:ext cx="3665370" cy="3602778"/>
            <a:chOff x="2057667" y="1780759"/>
            <a:chExt cx="2749027" cy="2702084"/>
          </a:xfrm>
        </p:grpSpPr>
        <p:grpSp>
          <p:nvGrpSpPr>
            <p:cNvPr id="49" name="组合 48"/>
            <p:cNvGrpSpPr/>
            <p:nvPr/>
          </p:nvGrpSpPr>
          <p:grpSpPr>
            <a:xfrm>
              <a:off x="2057667" y="1780759"/>
              <a:ext cx="2749027" cy="2702084"/>
              <a:chOff x="2057667" y="1780759"/>
              <a:chExt cx="2749027" cy="2702084"/>
            </a:xfrm>
          </p:grpSpPr>
          <p:sp>
            <p:nvSpPr>
              <p:cNvPr id="53" name="泪滴形 52"/>
              <p:cNvSpPr/>
              <p:nvPr/>
            </p:nvSpPr>
            <p:spPr bwMode="auto">
              <a:xfrm rot="5400000">
                <a:off x="2057667" y="1780759"/>
                <a:ext cx="1278278" cy="1278277"/>
              </a:xfrm>
              <a:prstGeom prst="teardrop">
                <a:avLst/>
              </a:prstGeom>
              <a:solidFill>
                <a:srgbClr val="08D1D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prstClr val="white"/>
                  </a:solidFill>
                  <a:latin typeface="+mj-lt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3335689" y="2996943"/>
                <a:ext cx="1471005" cy="1485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zh-CN" altLang="en-US">
                  <a:solidFill>
                    <a:prstClr val="white"/>
                  </a:solidFill>
                  <a:latin typeface="+mj-lt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sp>
          <p:nvSpPr>
            <p:cNvPr id="50" name="椭圆 49"/>
            <p:cNvSpPr/>
            <p:nvPr/>
          </p:nvSpPr>
          <p:spPr bwMode="auto">
            <a:xfrm>
              <a:off x="3133472" y="2837665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353839" y="2259439"/>
            <a:ext cx="3435560" cy="3469873"/>
            <a:chOff x="3632138" y="1761748"/>
            <a:chExt cx="2576670" cy="2602405"/>
          </a:xfrm>
        </p:grpSpPr>
        <p:sp>
          <p:nvSpPr>
            <p:cNvPr id="56" name="泪滴形 55"/>
            <p:cNvSpPr/>
            <p:nvPr/>
          </p:nvSpPr>
          <p:spPr bwMode="auto">
            <a:xfrm rot="5400000">
              <a:off x="3632137" y="1761749"/>
              <a:ext cx="1322689" cy="1322688"/>
            </a:xfrm>
            <a:prstGeom prst="teardrop">
              <a:avLst/>
            </a:prstGeom>
            <a:solidFill>
              <a:srgbClr val="10CF9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 bwMode="auto">
            <a:xfrm>
              <a:off x="4739755" y="2837665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4930531" y="3054828"/>
              <a:ext cx="1278277" cy="1309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60" name="Text Box 5">
            <a:extLst>
              <a:ext uri="{FF2B5EF4-FFF2-40B4-BE49-F238E27FC236}">
                <a16:creationId xmlns:a16="http://schemas.microsoft.com/office/drawing/2014/main" id="{C78F6A48-F200-4AF4-8913-67700D929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271" y="223864"/>
            <a:ext cx="4847207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Probleme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6952426-82E5-4954-B78A-A833E1ED312B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1ADE82A-D5A2-401F-A7B7-F0445BD4FB96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A471C16F-C03E-4875-9627-155350A14D9E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B6BA346E-CCE8-4BCB-B532-61644C2B5E0A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C392596-34D9-4255-B11C-6BDFCF26B894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" name="矩形 25">
            <a:extLst>
              <a:ext uri="{FF2B5EF4-FFF2-40B4-BE49-F238E27FC236}">
                <a16:creationId xmlns:a16="http://schemas.microsoft.com/office/drawing/2014/main" id="{93E3633B-33F3-0B35-22C8-882338CFD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889" y="4042657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2) Portabilitate redusă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sp>
        <p:nvSpPr>
          <p:cNvPr id="3" name="矩形 25">
            <a:extLst>
              <a:ext uri="{FF2B5EF4-FFF2-40B4-BE49-F238E27FC236}">
                <a16:creationId xmlns:a16="http://schemas.microsoft.com/office/drawing/2014/main" id="{66D58248-3D6A-7C99-F23B-65B711D81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6795" y="4106596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3)UI neplăcut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AC3B6C-EE8F-1984-A0A6-D94BAEB6C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023" y="2640424"/>
            <a:ext cx="1082285" cy="10822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60A593-0066-3969-100F-7EBFA99AD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206" y="2497728"/>
            <a:ext cx="1268839" cy="12688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EC72B6-FD27-3D7F-0F04-1FDFE4DB36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ghtScree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97940">
            <a:off x="5463446" y="2316890"/>
            <a:ext cx="1440492" cy="144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57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D09-C8A7-AC88-47B1-B8DBC9EF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CB74A208-F79F-5204-0583-9E6785B49434}"/>
              </a:ext>
            </a:extLst>
          </p:cNvPr>
          <p:cNvSpPr/>
          <p:nvPr/>
        </p:nvSpPr>
        <p:spPr>
          <a:xfrm>
            <a:off x="5762051" y="1491800"/>
            <a:ext cx="2153816" cy="2153816"/>
          </a:xfrm>
          <a:prstGeom prst="ellipse">
            <a:avLst/>
          </a:prstGeom>
          <a:solidFill>
            <a:srgbClr val="7CCB62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矩形 25">
            <a:extLst>
              <a:ext uri="{FF2B5EF4-FFF2-40B4-BE49-F238E27FC236}">
                <a16:creationId xmlns:a16="http://schemas.microsoft.com/office/drawing/2014/main" id="{D99BED50-D522-5A75-CE0A-92862FE32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78" y="3022900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Decentralizare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AF0F315-002A-3D59-28E6-17DDE3A42D4F}"/>
              </a:ext>
            </a:extLst>
          </p:cNvPr>
          <p:cNvGrpSpPr/>
          <p:nvPr/>
        </p:nvGrpSpPr>
        <p:grpSpPr>
          <a:xfrm>
            <a:off x="9071708" y="1277363"/>
            <a:ext cx="3393131" cy="3394331"/>
            <a:chOff x="4520182" y="1614106"/>
            <a:chExt cx="2544848" cy="2545748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032FC4B-64DC-80DD-5F8D-6E97B5B69301}"/>
                </a:ext>
              </a:extLst>
            </p:cNvPr>
            <p:cNvSpPr/>
            <p:nvPr/>
          </p:nvSpPr>
          <p:spPr>
            <a:xfrm>
              <a:off x="5786753" y="2850529"/>
              <a:ext cx="1278277" cy="1309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泪滴形 45">
              <a:extLst>
                <a:ext uri="{FF2B5EF4-FFF2-40B4-BE49-F238E27FC236}">
                  <a16:creationId xmlns:a16="http://schemas.microsoft.com/office/drawing/2014/main" id="{5DA791F8-2173-B61F-14B7-04FAC2692DAE}"/>
                </a:ext>
              </a:extLst>
            </p:cNvPr>
            <p:cNvSpPr/>
            <p:nvPr/>
          </p:nvSpPr>
          <p:spPr bwMode="auto">
            <a:xfrm rot="5400000">
              <a:off x="4520181" y="1614107"/>
              <a:ext cx="1326585" cy="1326584"/>
            </a:xfrm>
            <a:prstGeom prst="teardrop">
              <a:avLst/>
            </a:prstGeom>
            <a:solidFill>
              <a:srgbClr val="7CCB6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DCB5BBE-BA4E-9AD6-261D-0DB63D9C128C}"/>
                </a:ext>
              </a:extLst>
            </p:cNvPr>
            <p:cNvSpPr/>
            <p:nvPr/>
          </p:nvSpPr>
          <p:spPr bwMode="auto">
            <a:xfrm>
              <a:off x="5624492" y="2684392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8E24BB3-9705-9AE9-8428-563A96457200}"/>
              </a:ext>
            </a:extLst>
          </p:cNvPr>
          <p:cNvGrpSpPr/>
          <p:nvPr/>
        </p:nvGrpSpPr>
        <p:grpSpPr>
          <a:xfrm>
            <a:off x="1360901" y="1329257"/>
            <a:ext cx="3665370" cy="3602778"/>
            <a:chOff x="2057667" y="1780759"/>
            <a:chExt cx="2749027" cy="2702084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9E4B62D9-E665-98AB-07DE-F2057213E6D9}"/>
                </a:ext>
              </a:extLst>
            </p:cNvPr>
            <p:cNvGrpSpPr/>
            <p:nvPr/>
          </p:nvGrpSpPr>
          <p:grpSpPr>
            <a:xfrm>
              <a:off x="2057667" y="1780759"/>
              <a:ext cx="2749027" cy="2702084"/>
              <a:chOff x="2057667" y="1780759"/>
              <a:chExt cx="2749027" cy="2702084"/>
            </a:xfrm>
          </p:grpSpPr>
          <p:sp>
            <p:nvSpPr>
              <p:cNvPr id="53" name="泪滴形 52">
                <a:extLst>
                  <a:ext uri="{FF2B5EF4-FFF2-40B4-BE49-F238E27FC236}">
                    <a16:creationId xmlns:a16="http://schemas.microsoft.com/office/drawing/2014/main" id="{9F7ED152-7760-88E2-540C-568AA4B6897C}"/>
                  </a:ext>
                </a:extLst>
              </p:cNvPr>
              <p:cNvSpPr/>
              <p:nvPr/>
            </p:nvSpPr>
            <p:spPr bwMode="auto">
              <a:xfrm rot="5400000">
                <a:off x="2057667" y="1780759"/>
                <a:ext cx="1278278" cy="1278277"/>
              </a:xfrm>
              <a:prstGeom prst="teardrop">
                <a:avLst/>
              </a:prstGeom>
              <a:solidFill>
                <a:srgbClr val="08D1D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prstClr val="white"/>
                  </a:solidFill>
                  <a:latin typeface="+mj-lt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5D855A4-F313-DA7A-99FC-FFE37254E4FC}"/>
                  </a:ext>
                </a:extLst>
              </p:cNvPr>
              <p:cNvSpPr/>
              <p:nvPr/>
            </p:nvSpPr>
            <p:spPr>
              <a:xfrm>
                <a:off x="3335689" y="2996943"/>
                <a:ext cx="1471005" cy="1485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zh-CN" altLang="en-US">
                  <a:solidFill>
                    <a:prstClr val="white"/>
                  </a:solidFill>
                  <a:latin typeface="+mj-lt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8709B40-D9DB-E7E7-2EB2-39536BBFEF97}"/>
                </a:ext>
              </a:extLst>
            </p:cNvPr>
            <p:cNvSpPr/>
            <p:nvPr/>
          </p:nvSpPr>
          <p:spPr bwMode="auto">
            <a:xfrm>
              <a:off x="3133472" y="2837665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E8C22EC-7FD1-B753-10FA-76C8D74F3DA3}"/>
              </a:ext>
            </a:extLst>
          </p:cNvPr>
          <p:cNvGrpSpPr/>
          <p:nvPr/>
        </p:nvGrpSpPr>
        <p:grpSpPr>
          <a:xfrm>
            <a:off x="5353839" y="1259314"/>
            <a:ext cx="3435560" cy="3469873"/>
            <a:chOff x="3632138" y="1761748"/>
            <a:chExt cx="2576670" cy="2602405"/>
          </a:xfrm>
        </p:grpSpPr>
        <p:sp>
          <p:nvSpPr>
            <p:cNvPr id="56" name="泪滴形 55">
              <a:extLst>
                <a:ext uri="{FF2B5EF4-FFF2-40B4-BE49-F238E27FC236}">
                  <a16:creationId xmlns:a16="http://schemas.microsoft.com/office/drawing/2014/main" id="{441B4C2F-3BA4-6E22-0C2B-8EE9817BF2BC}"/>
                </a:ext>
              </a:extLst>
            </p:cNvPr>
            <p:cNvSpPr/>
            <p:nvPr/>
          </p:nvSpPr>
          <p:spPr bwMode="auto">
            <a:xfrm rot="5400000">
              <a:off x="3632137" y="1761749"/>
              <a:ext cx="1322689" cy="1322688"/>
            </a:xfrm>
            <a:prstGeom prst="teardrop">
              <a:avLst/>
            </a:prstGeom>
            <a:solidFill>
              <a:srgbClr val="10CF9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074EC732-D0BD-0250-7F39-AFACEF4D7BB9}"/>
                </a:ext>
              </a:extLst>
            </p:cNvPr>
            <p:cNvSpPr/>
            <p:nvPr/>
          </p:nvSpPr>
          <p:spPr bwMode="auto">
            <a:xfrm>
              <a:off x="4739755" y="2837665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9C92826-7F3E-9BE2-1CBF-5EAFC608196A}"/>
                </a:ext>
              </a:extLst>
            </p:cNvPr>
            <p:cNvSpPr/>
            <p:nvPr/>
          </p:nvSpPr>
          <p:spPr>
            <a:xfrm>
              <a:off x="4930531" y="3054828"/>
              <a:ext cx="1278277" cy="1309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60" name="Text Box 5">
            <a:extLst>
              <a:ext uri="{FF2B5EF4-FFF2-40B4-BE49-F238E27FC236}">
                <a16:creationId xmlns:a16="http://schemas.microsoft.com/office/drawing/2014/main" id="{4F75DC2F-BE58-CD8C-6524-690C32BF3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4043" y="222353"/>
            <a:ext cx="4847207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Soluții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76A7464-1372-C0A3-13DB-262FECA73142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0B35E29-1E7D-338D-DFB8-F977C59223E6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E0844CB6-25BC-1023-41F7-1D1FD5EF611D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B917B286-969C-E24F-16CF-F01E298941CB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7B309C78-C893-DDCF-F722-949B88082C6F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" name="矩形 25">
            <a:extLst>
              <a:ext uri="{FF2B5EF4-FFF2-40B4-BE49-F238E27FC236}">
                <a16:creationId xmlns:a16="http://schemas.microsoft.com/office/drawing/2014/main" id="{DF170EE1-42E5-E88D-FAA4-1F0EA4BB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889" y="3042532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Portabilitate redusă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sp>
        <p:nvSpPr>
          <p:cNvPr id="3" name="矩形 25">
            <a:extLst>
              <a:ext uri="{FF2B5EF4-FFF2-40B4-BE49-F238E27FC236}">
                <a16:creationId xmlns:a16="http://schemas.microsoft.com/office/drawing/2014/main" id="{3C8C03B7-1611-1AF7-3C12-4C61D82F3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647" y="3124520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UI neplăcut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8FA7D-83C3-83DD-B6C5-B527E4255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943" y="1640299"/>
            <a:ext cx="1082285" cy="1082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C236DE-FA64-FFA1-EBF9-69AC9A43D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ghtScree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97940">
            <a:off x="5499496" y="1311074"/>
            <a:ext cx="1440492" cy="14404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9BBC15-CC89-0E51-4227-95F356955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058" y="1515652"/>
            <a:ext cx="1268839" cy="126883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4583E1-E9CB-9016-D273-95A95896351A}"/>
              </a:ext>
            </a:extLst>
          </p:cNvPr>
          <p:cNvCxnSpPr>
            <a:cxnSpLocks/>
          </p:cNvCxnSpPr>
          <p:nvPr/>
        </p:nvCxnSpPr>
        <p:spPr>
          <a:xfrm flipH="1">
            <a:off x="2303633" y="3562354"/>
            <a:ext cx="7497" cy="489858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773307-2775-455F-DBCA-295D4996090B}"/>
              </a:ext>
            </a:extLst>
          </p:cNvPr>
          <p:cNvCxnSpPr>
            <a:cxnSpLocks/>
          </p:cNvCxnSpPr>
          <p:nvPr/>
        </p:nvCxnSpPr>
        <p:spPr>
          <a:xfrm flipH="1">
            <a:off x="6310764" y="3610025"/>
            <a:ext cx="7497" cy="489858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F26EF6-6EDA-6406-CFE0-CEEB27DD9B84}"/>
              </a:ext>
            </a:extLst>
          </p:cNvPr>
          <p:cNvCxnSpPr>
            <a:cxnSpLocks/>
          </p:cNvCxnSpPr>
          <p:nvPr/>
        </p:nvCxnSpPr>
        <p:spPr>
          <a:xfrm flipH="1">
            <a:off x="10121799" y="3722718"/>
            <a:ext cx="7497" cy="489858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47">
            <a:extLst>
              <a:ext uri="{FF2B5EF4-FFF2-40B4-BE49-F238E27FC236}">
                <a16:creationId xmlns:a16="http://schemas.microsoft.com/office/drawing/2014/main" id="{B92AF251-14E2-6182-D98C-2F958DFC6A80}"/>
              </a:ext>
            </a:extLst>
          </p:cNvPr>
          <p:cNvGrpSpPr/>
          <p:nvPr/>
        </p:nvGrpSpPr>
        <p:grpSpPr>
          <a:xfrm>
            <a:off x="1441601" y="4266047"/>
            <a:ext cx="3665370" cy="3602778"/>
            <a:chOff x="2057667" y="1780759"/>
            <a:chExt cx="2749027" cy="2702084"/>
          </a:xfrm>
        </p:grpSpPr>
        <p:grpSp>
          <p:nvGrpSpPr>
            <p:cNvPr id="14" name="组合 48">
              <a:extLst>
                <a:ext uri="{FF2B5EF4-FFF2-40B4-BE49-F238E27FC236}">
                  <a16:creationId xmlns:a16="http://schemas.microsoft.com/office/drawing/2014/main" id="{7AFFD09A-5D48-B28A-B010-4900267F4D97}"/>
                </a:ext>
              </a:extLst>
            </p:cNvPr>
            <p:cNvGrpSpPr/>
            <p:nvPr/>
          </p:nvGrpSpPr>
          <p:grpSpPr>
            <a:xfrm>
              <a:off x="2057667" y="1780759"/>
              <a:ext cx="2749027" cy="2702084"/>
              <a:chOff x="2057667" y="1780759"/>
              <a:chExt cx="2749027" cy="2702084"/>
            </a:xfrm>
          </p:grpSpPr>
          <p:sp>
            <p:nvSpPr>
              <p:cNvPr id="16" name="泪滴形 52">
                <a:extLst>
                  <a:ext uri="{FF2B5EF4-FFF2-40B4-BE49-F238E27FC236}">
                    <a16:creationId xmlns:a16="http://schemas.microsoft.com/office/drawing/2014/main" id="{710CA26F-92DA-79CD-CDC6-442C366E1B47}"/>
                  </a:ext>
                </a:extLst>
              </p:cNvPr>
              <p:cNvSpPr/>
              <p:nvPr/>
            </p:nvSpPr>
            <p:spPr bwMode="auto">
              <a:xfrm rot="5400000">
                <a:off x="2057667" y="1780759"/>
                <a:ext cx="1278278" cy="1278277"/>
              </a:xfrm>
              <a:prstGeom prst="teardrop">
                <a:avLst/>
              </a:prstGeom>
              <a:solidFill>
                <a:srgbClr val="08D1D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prstClr val="white"/>
                  </a:solidFill>
                  <a:latin typeface="+mj-lt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" name="矩形 51">
                <a:extLst>
                  <a:ext uri="{FF2B5EF4-FFF2-40B4-BE49-F238E27FC236}">
                    <a16:creationId xmlns:a16="http://schemas.microsoft.com/office/drawing/2014/main" id="{0E04A13C-CFF6-BA62-3CB9-7B20E795C90B}"/>
                  </a:ext>
                </a:extLst>
              </p:cNvPr>
              <p:cNvSpPr/>
              <p:nvPr/>
            </p:nvSpPr>
            <p:spPr>
              <a:xfrm>
                <a:off x="3335689" y="2996943"/>
                <a:ext cx="1471005" cy="1485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zh-CN" altLang="en-US">
                  <a:solidFill>
                    <a:prstClr val="white"/>
                  </a:solidFill>
                  <a:latin typeface="+mj-lt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sp>
          <p:nvSpPr>
            <p:cNvPr id="15" name="椭圆 49">
              <a:extLst>
                <a:ext uri="{FF2B5EF4-FFF2-40B4-BE49-F238E27FC236}">
                  <a16:creationId xmlns:a16="http://schemas.microsoft.com/office/drawing/2014/main" id="{E3BB77FF-EE60-4B2E-3EE2-26150791C2B9}"/>
                </a:ext>
              </a:extLst>
            </p:cNvPr>
            <p:cNvSpPr/>
            <p:nvPr/>
          </p:nvSpPr>
          <p:spPr bwMode="auto">
            <a:xfrm>
              <a:off x="3133472" y="2837665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5506941-9738-B652-79E5-AF7F68DCB4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644" y="4493746"/>
            <a:ext cx="1248972" cy="1248972"/>
          </a:xfrm>
          <a:prstGeom prst="rect">
            <a:avLst/>
          </a:prstGeom>
        </p:spPr>
      </p:pic>
      <p:sp>
        <p:nvSpPr>
          <p:cNvPr id="18" name="矩形 25">
            <a:extLst>
              <a:ext uri="{FF2B5EF4-FFF2-40B4-BE49-F238E27FC236}">
                <a16:creationId xmlns:a16="http://schemas.microsoft.com/office/drawing/2014/main" id="{867B183A-C28A-F5BC-1BD9-D203B34B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78" y="6004838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Centralizare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grpSp>
        <p:nvGrpSpPr>
          <p:cNvPr id="19" name="组合 54">
            <a:extLst>
              <a:ext uri="{FF2B5EF4-FFF2-40B4-BE49-F238E27FC236}">
                <a16:creationId xmlns:a16="http://schemas.microsoft.com/office/drawing/2014/main" id="{BC78E968-2EA5-A5B0-2CF8-5350E9392371}"/>
              </a:ext>
            </a:extLst>
          </p:cNvPr>
          <p:cNvGrpSpPr/>
          <p:nvPr/>
        </p:nvGrpSpPr>
        <p:grpSpPr>
          <a:xfrm>
            <a:off x="5447951" y="4291890"/>
            <a:ext cx="3435560" cy="3469873"/>
            <a:chOff x="3632138" y="1761748"/>
            <a:chExt cx="2576670" cy="2602405"/>
          </a:xfrm>
        </p:grpSpPr>
        <p:sp>
          <p:nvSpPr>
            <p:cNvPr id="20" name="泪滴形 55">
              <a:extLst>
                <a:ext uri="{FF2B5EF4-FFF2-40B4-BE49-F238E27FC236}">
                  <a16:creationId xmlns:a16="http://schemas.microsoft.com/office/drawing/2014/main" id="{995756E2-5EB6-5F1B-CFF3-766DE407B32C}"/>
                </a:ext>
              </a:extLst>
            </p:cNvPr>
            <p:cNvSpPr/>
            <p:nvPr/>
          </p:nvSpPr>
          <p:spPr bwMode="auto">
            <a:xfrm rot="5400000">
              <a:off x="3632137" y="1761749"/>
              <a:ext cx="1322689" cy="1322688"/>
            </a:xfrm>
            <a:prstGeom prst="teardrop">
              <a:avLst/>
            </a:prstGeom>
            <a:solidFill>
              <a:srgbClr val="10CF9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1" name="椭圆 56">
              <a:extLst>
                <a:ext uri="{FF2B5EF4-FFF2-40B4-BE49-F238E27FC236}">
                  <a16:creationId xmlns:a16="http://schemas.microsoft.com/office/drawing/2014/main" id="{44FCBD05-AF68-273C-7B58-2A947E060ADA}"/>
                </a:ext>
              </a:extLst>
            </p:cNvPr>
            <p:cNvSpPr/>
            <p:nvPr/>
          </p:nvSpPr>
          <p:spPr bwMode="auto">
            <a:xfrm>
              <a:off x="4739755" y="2837665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2" name="矩形 57">
              <a:extLst>
                <a:ext uri="{FF2B5EF4-FFF2-40B4-BE49-F238E27FC236}">
                  <a16:creationId xmlns:a16="http://schemas.microsoft.com/office/drawing/2014/main" id="{53EFC077-9C21-AA9E-065E-CB76A6E623D8}"/>
                </a:ext>
              </a:extLst>
            </p:cNvPr>
            <p:cNvSpPr/>
            <p:nvPr/>
          </p:nvSpPr>
          <p:spPr>
            <a:xfrm>
              <a:off x="4930531" y="3054828"/>
              <a:ext cx="1278277" cy="1309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1FD1156B-670B-0DD7-AEF7-DB04C32E94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763" y="4622125"/>
            <a:ext cx="1162050" cy="1162050"/>
          </a:xfrm>
          <a:prstGeom prst="rect">
            <a:avLst/>
          </a:prstGeom>
        </p:spPr>
      </p:pic>
      <p:sp>
        <p:nvSpPr>
          <p:cNvPr id="25" name="矩形 25">
            <a:extLst>
              <a:ext uri="{FF2B5EF4-FFF2-40B4-BE49-F238E27FC236}">
                <a16:creationId xmlns:a16="http://schemas.microsoft.com/office/drawing/2014/main" id="{1E099E0E-A8E4-9D75-FDD0-2CE6A31AF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709" y="6066931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Mobile Support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  <p:grpSp>
        <p:nvGrpSpPr>
          <p:cNvPr id="28" name="组合 41">
            <a:extLst>
              <a:ext uri="{FF2B5EF4-FFF2-40B4-BE49-F238E27FC236}">
                <a16:creationId xmlns:a16="http://schemas.microsoft.com/office/drawing/2014/main" id="{0DA3D1E1-E562-D4FD-829F-D91109776476}"/>
              </a:ext>
            </a:extLst>
          </p:cNvPr>
          <p:cNvGrpSpPr/>
          <p:nvPr/>
        </p:nvGrpSpPr>
        <p:grpSpPr>
          <a:xfrm>
            <a:off x="9209316" y="4433055"/>
            <a:ext cx="3393131" cy="3394331"/>
            <a:chOff x="4520182" y="1614106"/>
            <a:chExt cx="2544848" cy="2545748"/>
          </a:xfrm>
        </p:grpSpPr>
        <p:sp>
          <p:nvSpPr>
            <p:cNvPr id="29" name="矩形 42">
              <a:extLst>
                <a:ext uri="{FF2B5EF4-FFF2-40B4-BE49-F238E27FC236}">
                  <a16:creationId xmlns:a16="http://schemas.microsoft.com/office/drawing/2014/main" id="{C2F9B08D-2D62-AABE-928D-3E250D6D1D44}"/>
                </a:ext>
              </a:extLst>
            </p:cNvPr>
            <p:cNvSpPr/>
            <p:nvPr/>
          </p:nvSpPr>
          <p:spPr>
            <a:xfrm>
              <a:off x="5786753" y="2850529"/>
              <a:ext cx="1278277" cy="1309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0" name="泪滴形 45">
              <a:extLst>
                <a:ext uri="{FF2B5EF4-FFF2-40B4-BE49-F238E27FC236}">
                  <a16:creationId xmlns:a16="http://schemas.microsoft.com/office/drawing/2014/main" id="{367051FD-E6C0-C8D2-DED9-6BC554F85A21}"/>
                </a:ext>
              </a:extLst>
            </p:cNvPr>
            <p:cNvSpPr/>
            <p:nvPr/>
          </p:nvSpPr>
          <p:spPr bwMode="auto">
            <a:xfrm rot="5400000">
              <a:off x="4520181" y="1614107"/>
              <a:ext cx="1326585" cy="1326584"/>
            </a:xfrm>
            <a:prstGeom prst="teardrop">
              <a:avLst/>
            </a:prstGeom>
            <a:solidFill>
              <a:srgbClr val="7CCB6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1" name="椭圆 44">
              <a:extLst>
                <a:ext uri="{FF2B5EF4-FFF2-40B4-BE49-F238E27FC236}">
                  <a16:creationId xmlns:a16="http://schemas.microsoft.com/office/drawing/2014/main" id="{96206038-ACC0-2B21-405A-09A07D5E4169}"/>
                </a:ext>
              </a:extLst>
            </p:cNvPr>
            <p:cNvSpPr/>
            <p:nvPr/>
          </p:nvSpPr>
          <p:spPr bwMode="auto">
            <a:xfrm>
              <a:off x="5624492" y="2684392"/>
              <a:ext cx="159278" cy="15927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>
                <a:defRPr/>
              </a:pPr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FA65E03E-4EB9-C6D7-E992-A5A1A1BD77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94" y="4530628"/>
            <a:ext cx="1577578" cy="1577578"/>
          </a:xfrm>
          <a:prstGeom prst="rect">
            <a:avLst/>
          </a:prstGeom>
        </p:spPr>
      </p:pic>
      <p:sp>
        <p:nvSpPr>
          <p:cNvPr id="32" name="矩形 25">
            <a:extLst>
              <a:ext uri="{FF2B5EF4-FFF2-40B4-BE49-F238E27FC236}">
                <a16:creationId xmlns:a16="http://schemas.microsoft.com/office/drawing/2014/main" id="{D7C08C6E-EFCD-2B81-994C-AB4581A66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696" y="6121231"/>
            <a:ext cx="3908304" cy="51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4377">
              <a:lnSpc>
                <a:spcPct val="125000"/>
              </a:lnSpc>
            </a:pPr>
            <a:r>
              <a:rPr lang="ro-RO" altLang="zh-CN" sz="2400" spc="53" dirty="0">
                <a:solidFill>
                  <a:schemeClr val="bg1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UI clean</a:t>
            </a:r>
            <a:endParaRPr lang="zh-CN" altLang="en-US" sz="2400" spc="53" dirty="0">
              <a:solidFill>
                <a:schemeClr val="bg1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834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5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" grpId="0"/>
      <p:bldP spid="3" grpId="0"/>
      <p:bldP spid="18" grpId="0"/>
      <p:bldP spid="25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5">
            <a:extLst>
              <a:ext uri="{FF2B5EF4-FFF2-40B4-BE49-F238E27FC236}">
                <a16:creationId xmlns:a16="http://schemas.microsoft.com/office/drawing/2014/main" id="{C78F6A48-F200-4AF4-8913-67700D929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988" y="2721504"/>
            <a:ext cx="5246024" cy="1200329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en-US" altLang="zh-CN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Func</a:t>
            </a:r>
            <a:r>
              <a:rPr lang="ro-RO" altLang="zh-CN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ții cheie</a:t>
            </a:r>
            <a:endParaRPr lang="zh-CN" altLang="en-US" sz="7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7584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725EE67C-451B-4959-90F5-0F654D7F5096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0089924-182C-4E87-98BF-1725D928E242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C4BF61B-607B-4AB1-B78B-36F06FF4E727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A6CE7E8-143D-4155-83F7-DA189F1F9345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5F0E288-D854-404B-BE2D-A81958FFF92A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C78F6A48-F200-4AF4-8913-67700D929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737" y="209739"/>
            <a:ext cx="3460054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Interfață mobile 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93BC9F-0C32-3069-112B-6E1975252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10" y="1405883"/>
            <a:ext cx="2510725" cy="50406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250EAE-A843-1AE1-4E76-121D40247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4" t="14656" r="73015" b="7195"/>
          <a:stretch>
            <a:fillRect/>
          </a:stretch>
        </p:blipFill>
        <p:spPr>
          <a:xfrm>
            <a:off x="3425044" y="1400175"/>
            <a:ext cx="2311385" cy="49339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A54423-B606-8F08-1194-4E3E015FA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764" y="1400175"/>
            <a:ext cx="2372748" cy="50406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4D9F5C-50C0-E567-F11E-531A718534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847" y="1400176"/>
            <a:ext cx="2450082" cy="50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45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2C28-635B-72C5-A5EE-87125C91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65FD5356-FB40-DA70-425C-905AFD8ECBC4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13353D0-D554-6F40-CED4-A8B55D119178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47FE60B-86A9-630C-7465-0CC86DF07FF7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5906002-6FF8-9E26-2183-C055501F421E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0BD16BD-A277-0DB6-1E1E-8B3ECEA95C04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928CF504-5120-9C33-12FF-4747F131B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546" y="209739"/>
            <a:ext cx="4847207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Statistici și date vizuale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477F6C-0A29-F24F-72DD-0CD3F8BB7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82" y="1346134"/>
            <a:ext cx="11044930" cy="494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46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32C5-A230-501C-94FC-50621635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D503035B-EFE7-E57D-8C75-707AF49374F1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C74A2D6-7768-1865-C20D-48295BBB4101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9620388-2F05-5C7D-7F25-C449FD7F9073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79F2192-C7DD-C4C2-4230-9BEF34BD64AB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70D8A34-0176-684C-8D38-BD43586CBC00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55CC0675-95B8-2AB6-D880-F73E65CAB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546" y="209739"/>
            <a:ext cx="4847207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Statistici și date vizuale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51C1C-FFA5-EBD8-D4E2-922D45779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1" y="1346134"/>
            <a:ext cx="10678505" cy="48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45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FAF6-5EB8-908A-4BA6-A5606D13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1426743E-B769-F3AA-614B-258403F3A4EC}"/>
              </a:ext>
            </a:extLst>
          </p:cNvPr>
          <p:cNvGrpSpPr/>
          <p:nvPr/>
        </p:nvGrpSpPr>
        <p:grpSpPr>
          <a:xfrm>
            <a:off x="5858601" y="894287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1D5C595-97B4-4BAC-30E4-BBACDB5EB19A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A47C6F4-2FE1-1098-954E-D5B98A993B34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72BC6AC5-EDD1-73E2-60AE-8DC1D7B248EA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91B0DB7-02CE-5478-50AF-1603D2DC24D7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BB96E362-097F-C377-794E-4C283A237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353" y="170685"/>
            <a:ext cx="7067294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Interfata intuitiva pentru profesori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046EA8-B7AB-56F0-B04B-C872ACE9A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8" y="1232686"/>
            <a:ext cx="11063437" cy="50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57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C8DDC-E0C7-37FF-B3CA-A7909CCD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5277C812-F1EE-9F07-5252-3906672E9215}"/>
              </a:ext>
            </a:extLst>
          </p:cNvPr>
          <p:cNvGrpSpPr/>
          <p:nvPr/>
        </p:nvGrpSpPr>
        <p:grpSpPr>
          <a:xfrm>
            <a:off x="5858601" y="894287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931583D-93DC-7A35-D8EE-3E25A364A902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C5DF447-24A5-2B27-6EA2-5B40FD140966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E682749-A1EA-495B-F1E0-B7E8DD9E25D8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47E4627-92E7-55F9-BC54-CEC94548FEE1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1EA41795-D0E0-E7EC-23E1-C68ABC839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353" y="170685"/>
            <a:ext cx="7067294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Interfata intuitiva pentru profesori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CF5D0-2583-3B79-5673-67E19E5DE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91" y="1274216"/>
            <a:ext cx="10740386" cy="494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87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9E36-4A2D-7D4C-F694-D26715A6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5">
            <a:extLst>
              <a:ext uri="{FF2B5EF4-FFF2-40B4-BE49-F238E27FC236}">
                <a16:creationId xmlns:a16="http://schemas.microsoft.com/office/drawing/2014/main" id="{18065A21-C0E8-A3B3-167E-2386D5992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587" y="171963"/>
            <a:ext cx="7067294" cy="1200329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Feedback anonim pentru profesori (concept)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2A482-A38A-89F5-7E77-02946C091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75" y="1547756"/>
            <a:ext cx="9858349" cy="447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82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EE36E-3617-5949-D9D7-BCADB872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0B4999F5-A0BD-BFC8-E64A-154AF42A168C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E36599C-AED2-5F65-35FB-9DFC0EC5C94F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5478A8F-BB1E-EF72-D643-FE65F71BE9A8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929D2D8-2289-06F6-3AA3-009B99A2E8E4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EF6AA3B-24C8-E639-03A2-5CCE54EBFA5A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D478CA23-C8ED-5E79-CABB-9C04A6103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49" y="242402"/>
            <a:ext cx="8912471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AI integrat pentru planificarea învățatului (concept)</a:t>
            </a:r>
            <a:endParaRPr lang="zh-CN" altLang="en-US" sz="2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4BC50-D1E3-4C3F-617B-7BAD9B6E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91" t="4736"/>
          <a:stretch>
            <a:fillRect/>
          </a:stretch>
        </p:blipFill>
        <p:spPr>
          <a:xfrm>
            <a:off x="2025649" y="1260326"/>
            <a:ext cx="8049002" cy="535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56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47728-EBFD-6CF6-E133-D49D2E93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4FE12DA-5446-5C8D-2730-A20DF79255D2}"/>
              </a:ext>
            </a:extLst>
          </p:cNvPr>
          <p:cNvGrpSpPr/>
          <p:nvPr/>
        </p:nvGrpSpPr>
        <p:grpSpPr>
          <a:xfrm>
            <a:off x="654479" y="2412252"/>
            <a:ext cx="2324100" cy="1476196"/>
            <a:chOff x="2505800" y="1359568"/>
            <a:chExt cx="2164013" cy="2410755"/>
          </a:xfrm>
        </p:grpSpPr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0009A5F2-9EF4-1101-24B2-E37E72866115}"/>
                </a:ext>
              </a:extLst>
            </p:cNvPr>
            <p:cNvSpPr/>
            <p:nvPr/>
          </p:nvSpPr>
          <p:spPr>
            <a:xfrm flipV="1">
              <a:off x="2505800" y="1359568"/>
              <a:ext cx="2164013" cy="2410755"/>
            </a:xfrm>
            <a:custGeom>
              <a:avLst/>
              <a:gdLst>
                <a:gd name="connsiteX0" fmla="*/ 1625130 w 3250260"/>
                <a:gd name="connsiteY0" fmla="*/ 3620858 h 3620858"/>
                <a:gd name="connsiteX1" fmla="*/ 3250260 w 3250260"/>
                <a:gd name="connsiteY1" fmla="*/ 1995728 h 3620858"/>
                <a:gd name="connsiteX2" fmla="*/ 2108394 w 3250260"/>
                <a:gd name="connsiteY2" fmla="*/ 443661 h 3620858"/>
                <a:gd name="connsiteX3" fmla="*/ 2081755 w 3250260"/>
                <a:gd name="connsiteY3" fmla="*/ 436811 h 3620858"/>
                <a:gd name="connsiteX4" fmla="*/ 1637830 w 3250260"/>
                <a:gd name="connsiteY4" fmla="*/ 0 h 3620858"/>
                <a:gd name="connsiteX5" fmla="*/ 1169041 w 3250260"/>
                <a:gd name="connsiteY5" fmla="*/ 436673 h 3620858"/>
                <a:gd name="connsiteX6" fmla="*/ 1141866 w 3250260"/>
                <a:gd name="connsiteY6" fmla="*/ 443661 h 3620858"/>
                <a:gd name="connsiteX7" fmla="*/ 0 w 3250260"/>
                <a:gd name="connsiteY7" fmla="*/ 1995728 h 3620858"/>
                <a:gd name="connsiteX8" fmla="*/ 1625130 w 3250260"/>
                <a:gd name="connsiteY8" fmla="*/ 3620858 h 362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0260" h="3620858">
                  <a:moveTo>
                    <a:pt x="1625130" y="3620858"/>
                  </a:moveTo>
                  <a:cubicBezTo>
                    <a:pt x="2522665" y="3620858"/>
                    <a:pt x="3250260" y="2893263"/>
                    <a:pt x="3250260" y="1995728"/>
                  </a:cubicBezTo>
                  <a:cubicBezTo>
                    <a:pt x="3250260" y="1266481"/>
                    <a:pt x="2769934" y="649421"/>
                    <a:pt x="2108394" y="443661"/>
                  </a:cubicBezTo>
                  <a:lnTo>
                    <a:pt x="2081755" y="436811"/>
                  </a:lnTo>
                  <a:lnTo>
                    <a:pt x="1637830" y="0"/>
                  </a:lnTo>
                  <a:lnTo>
                    <a:pt x="1169041" y="436673"/>
                  </a:lnTo>
                  <a:lnTo>
                    <a:pt x="1141866" y="443661"/>
                  </a:lnTo>
                  <a:cubicBezTo>
                    <a:pt x="480326" y="649421"/>
                    <a:pt x="0" y="1266481"/>
                    <a:pt x="0" y="1995728"/>
                  </a:cubicBezTo>
                  <a:cubicBezTo>
                    <a:pt x="0" y="2893263"/>
                    <a:pt x="727595" y="3620858"/>
                    <a:pt x="1625130" y="3620858"/>
                  </a:cubicBezTo>
                  <a:close/>
                </a:path>
              </a:pathLst>
            </a:custGeom>
            <a:solidFill>
              <a:srgbClr val="08D1D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2" name="Freeform 153">
              <a:extLst>
                <a:ext uri="{FF2B5EF4-FFF2-40B4-BE49-F238E27FC236}">
                  <a16:creationId xmlns:a16="http://schemas.microsoft.com/office/drawing/2014/main" id="{F08A2653-31DA-3F26-6D0C-D32452321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933" y="2950561"/>
              <a:ext cx="422970" cy="555262"/>
            </a:xfrm>
            <a:custGeom>
              <a:avLst/>
              <a:gdLst>
                <a:gd name="T0" fmla="*/ 89 w 161"/>
                <a:gd name="T1" fmla="*/ 93 h 211"/>
                <a:gd name="T2" fmla="*/ 85 w 161"/>
                <a:gd name="T3" fmla="*/ 92 h 211"/>
                <a:gd name="T4" fmla="*/ 64 w 161"/>
                <a:gd name="T5" fmla="*/ 88 h 211"/>
                <a:gd name="T6" fmla="*/ 63 w 161"/>
                <a:gd name="T7" fmla="*/ 88 h 211"/>
                <a:gd name="T8" fmla="*/ 45 w 161"/>
                <a:gd name="T9" fmla="*/ 80 h 211"/>
                <a:gd name="T10" fmla="*/ 44 w 161"/>
                <a:gd name="T11" fmla="*/ 61 h 211"/>
                <a:gd name="T12" fmla="*/ 68 w 161"/>
                <a:gd name="T13" fmla="*/ 48 h 211"/>
                <a:gd name="T14" fmla="*/ 85 w 161"/>
                <a:gd name="T15" fmla="*/ 48 h 211"/>
                <a:gd name="T16" fmla="*/ 104 w 161"/>
                <a:gd name="T17" fmla="*/ 54 h 211"/>
                <a:gd name="T18" fmla="*/ 106 w 161"/>
                <a:gd name="T19" fmla="*/ 56 h 211"/>
                <a:gd name="T20" fmla="*/ 107 w 161"/>
                <a:gd name="T21" fmla="*/ 56 h 211"/>
                <a:gd name="T22" fmla="*/ 108 w 161"/>
                <a:gd name="T23" fmla="*/ 57 h 211"/>
                <a:gd name="T24" fmla="*/ 119 w 161"/>
                <a:gd name="T25" fmla="*/ 60 h 211"/>
                <a:gd name="T26" fmla="*/ 134 w 161"/>
                <a:gd name="T27" fmla="*/ 47 h 211"/>
                <a:gd name="T28" fmla="*/ 133 w 161"/>
                <a:gd name="T29" fmla="*/ 35 h 211"/>
                <a:gd name="T30" fmla="*/ 123 w 161"/>
                <a:gd name="T31" fmla="*/ 28 h 211"/>
                <a:gd name="T32" fmla="*/ 121 w 161"/>
                <a:gd name="T33" fmla="*/ 29 h 211"/>
                <a:gd name="T34" fmla="*/ 88 w 161"/>
                <a:gd name="T35" fmla="*/ 19 h 211"/>
                <a:gd name="T36" fmla="*/ 78 w 161"/>
                <a:gd name="T37" fmla="*/ 19 h 211"/>
                <a:gd name="T38" fmla="*/ 75 w 161"/>
                <a:gd name="T39" fmla="*/ 4 h 211"/>
                <a:gd name="T40" fmla="*/ 69 w 161"/>
                <a:gd name="T41" fmla="*/ 1 h 211"/>
                <a:gd name="T42" fmla="*/ 51 w 161"/>
                <a:gd name="T43" fmla="*/ 4 h 211"/>
                <a:gd name="T44" fmla="*/ 46 w 161"/>
                <a:gd name="T45" fmla="*/ 9 h 211"/>
                <a:gd name="T46" fmla="*/ 49 w 161"/>
                <a:gd name="T47" fmla="*/ 25 h 211"/>
                <a:gd name="T48" fmla="*/ 15 w 161"/>
                <a:gd name="T49" fmla="*/ 46 h 211"/>
                <a:gd name="T50" fmla="*/ 12 w 161"/>
                <a:gd name="T51" fmla="*/ 97 h 211"/>
                <a:gd name="T52" fmla="*/ 35 w 161"/>
                <a:gd name="T53" fmla="*/ 112 h 211"/>
                <a:gd name="T54" fmla="*/ 91 w 161"/>
                <a:gd name="T55" fmla="*/ 125 h 211"/>
                <a:gd name="T56" fmla="*/ 99 w 161"/>
                <a:gd name="T57" fmla="*/ 126 h 211"/>
                <a:gd name="T58" fmla="*/ 115 w 161"/>
                <a:gd name="T59" fmla="*/ 134 h 211"/>
                <a:gd name="T60" fmla="*/ 114 w 161"/>
                <a:gd name="T61" fmla="*/ 154 h 211"/>
                <a:gd name="T62" fmla="*/ 94 w 161"/>
                <a:gd name="T63" fmla="*/ 163 h 211"/>
                <a:gd name="T64" fmla="*/ 68 w 161"/>
                <a:gd name="T65" fmla="*/ 163 h 211"/>
                <a:gd name="T66" fmla="*/ 50 w 161"/>
                <a:gd name="T67" fmla="*/ 157 h 211"/>
                <a:gd name="T68" fmla="*/ 47 w 161"/>
                <a:gd name="T69" fmla="*/ 156 h 211"/>
                <a:gd name="T70" fmla="*/ 47 w 161"/>
                <a:gd name="T71" fmla="*/ 156 h 211"/>
                <a:gd name="T72" fmla="*/ 47 w 161"/>
                <a:gd name="T73" fmla="*/ 156 h 211"/>
                <a:gd name="T74" fmla="*/ 46 w 161"/>
                <a:gd name="T75" fmla="*/ 155 h 211"/>
                <a:gd name="T76" fmla="*/ 35 w 161"/>
                <a:gd name="T77" fmla="*/ 152 h 211"/>
                <a:gd name="T78" fmla="*/ 19 w 161"/>
                <a:gd name="T79" fmla="*/ 164 h 211"/>
                <a:gd name="T80" fmla="*/ 21 w 161"/>
                <a:gd name="T81" fmla="*/ 177 h 211"/>
                <a:gd name="T82" fmla="*/ 77 w 161"/>
                <a:gd name="T83" fmla="*/ 192 h 211"/>
                <a:gd name="T84" fmla="*/ 80 w 161"/>
                <a:gd name="T85" fmla="*/ 207 h 211"/>
                <a:gd name="T86" fmla="*/ 86 w 161"/>
                <a:gd name="T87" fmla="*/ 211 h 211"/>
                <a:gd name="T88" fmla="*/ 104 w 161"/>
                <a:gd name="T89" fmla="*/ 208 h 211"/>
                <a:gd name="T90" fmla="*/ 109 w 161"/>
                <a:gd name="T91" fmla="*/ 203 h 211"/>
                <a:gd name="T92" fmla="*/ 106 w 161"/>
                <a:gd name="T93" fmla="*/ 188 h 211"/>
                <a:gd name="T94" fmla="*/ 144 w 161"/>
                <a:gd name="T95" fmla="*/ 169 h 211"/>
                <a:gd name="T96" fmla="*/ 152 w 161"/>
                <a:gd name="T97" fmla="*/ 119 h 211"/>
                <a:gd name="T98" fmla="*/ 89 w 161"/>
                <a:gd name="T99" fmla="*/ 9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211">
                  <a:moveTo>
                    <a:pt x="89" y="93"/>
                  </a:moveTo>
                  <a:cubicBezTo>
                    <a:pt x="85" y="92"/>
                    <a:pt x="85" y="92"/>
                    <a:pt x="85" y="92"/>
                  </a:cubicBezTo>
                  <a:cubicBezTo>
                    <a:pt x="78" y="90"/>
                    <a:pt x="67" y="88"/>
                    <a:pt x="64" y="88"/>
                  </a:cubicBezTo>
                  <a:cubicBezTo>
                    <a:pt x="64" y="88"/>
                    <a:pt x="63" y="88"/>
                    <a:pt x="63" y="88"/>
                  </a:cubicBezTo>
                  <a:cubicBezTo>
                    <a:pt x="55" y="86"/>
                    <a:pt x="50" y="85"/>
                    <a:pt x="45" y="80"/>
                  </a:cubicBezTo>
                  <a:cubicBezTo>
                    <a:pt x="40" y="75"/>
                    <a:pt x="39" y="66"/>
                    <a:pt x="44" y="61"/>
                  </a:cubicBezTo>
                  <a:cubicBezTo>
                    <a:pt x="52" y="53"/>
                    <a:pt x="61" y="49"/>
                    <a:pt x="68" y="48"/>
                  </a:cubicBezTo>
                  <a:cubicBezTo>
                    <a:pt x="74" y="47"/>
                    <a:pt x="80" y="47"/>
                    <a:pt x="85" y="48"/>
                  </a:cubicBezTo>
                  <a:cubicBezTo>
                    <a:pt x="90" y="48"/>
                    <a:pt x="98" y="52"/>
                    <a:pt x="104" y="54"/>
                  </a:cubicBezTo>
                  <a:cubicBezTo>
                    <a:pt x="105" y="55"/>
                    <a:pt x="105" y="55"/>
                    <a:pt x="106" y="56"/>
                  </a:cubicBezTo>
                  <a:cubicBezTo>
                    <a:pt x="106" y="56"/>
                    <a:pt x="107" y="56"/>
                    <a:pt x="107" y="56"/>
                  </a:cubicBezTo>
                  <a:cubicBezTo>
                    <a:pt x="107" y="56"/>
                    <a:pt x="107" y="57"/>
                    <a:pt x="108" y="57"/>
                  </a:cubicBezTo>
                  <a:cubicBezTo>
                    <a:pt x="111" y="60"/>
                    <a:pt x="115" y="61"/>
                    <a:pt x="119" y="60"/>
                  </a:cubicBezTo>
                  <a:cubicBezTo>
                    <a:pt x="126" y="59"/>
                    <a:pt x="132" y="53"/>
                    <a:pt x="134" y="47"/>
                  </a:cubicBezTo>
                  <a:cubicBezTo>
                    <a:pt x="136" y="43"/>
                    <a:pt x="136" y="38"/>
                    <a:pt x="133" y="35"/>
                  </a:cubicBezTo>
                  <a:cubicBezTo>
                    <a:pt x="130" y="33"/>
                    <a:pt x="126" y="30"/>
                    <a:pt x="123" y="28"/>
                  </a:cubicBezTo>
                  <a:cubicBezTo>
                    <a:pt x="122" y="29"/>
                    <a:pt x="122" y="29"/>
                    <a:pt x="121" y="29"/>
                  </a:cubicBezTo>
                  <a:cubicBezTo>
                    <a:pt x="109" y="43"/>
                    <a:pt x="92" y="34"/>
                    <a:pt x="88" y="19"/>
                  </a:cubicBezTo>
                  <a:cubicBezTo>
                    <a:pt x="84" y="19"/>
                    <a:pt x="81" y="19"/>
                    <a:pt x="78" y="19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2"/>
                    <a:pt x="72" y="0"/>
                    <a:pt x="69" y="1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8" y="4"/>
                    <a:pt x="46" y="7"/>
                    <a:pt x="46" y="9"/>
                  </a:cubicBezTo>
                  <a:cubicBezTo>
                    <a:pt x="49" y="25"/>
                    <a:pt x="49" y="25"/>
                    <a:pt x="49" y="25"/>
                  </a:cubicBezTo>
                  <a:cubicBezTo>
                    <a:pt x="35" y="30"/>
                    <a:pt x="23" y="37"/>
                    <a:pt x="15" y="46"/>
                  </a:cubicBezTo>
                  <a:cubicBezTo>
                    <a:pt x="1" y="62"/>
                    <a:pt x="0" y="82"/>
                    <a:pt x="12" y="97"/>
                  </a:cubicBezTo>
                  <a:cubicBezTo>
                    <a:pt x="18" y="104"/>
                    <a:pt x="26" y="109"/>
                    <a:pt x="35" y="112"/>
                  </a:cubicBezTo>
                  <a:cubicBezTo>
                    <a:pt x="42" y="114"/>
                    <a:pt x="75" y="121"/>
                    <a:pt x="91" y="125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06" y="128"/>
                    <a:pt x="112" y="131"/>
                    <a:pt x="115" y="134"/>
                  </a:cubicBezTo>
                  <a:cubicBezTo>
                    <a:pt x="120" y="140"/>
                    <a:pt x="120" y="149"/>
                    <a:pt x="114" y="154"/>
                  </a:cubicBezTo>
                  <a:cubicBezTo>
                    <a:pt x="110" y="158"/>
                    <a:pt x="103" y="161"/>
                    <a:pt x="94" y="163"/>
                  </a:cubicBezTo>
                  <a:cubicBezTo>
                    <a:pt x="86" y="164"/>
                    <a:pt x="76" y="164"/>
                    <a:pt x="68" y="163"/>
                  </a:cubicBezTo>
                  <a:cubicBezTo>
                    <a:pt x="62" y="162"/>
                    <a:pt x="55" y="160"/>
                    <a:pt x="50" y="157"/>
                  </a:cubicBezTo>
                  <a:cubicBezTo>
                    <a:pt x="49" y="157"/>
                    <a:pt x="48" y="157"/>
                    <a:pt x="47" y="156"/>
                  </a:cubicBezTo>
                  <a:cubicBezTo>
                    <a:pt x="47" y="156"/>
                    <a:pt x="47" y="156"/>
                    <a:pt x="47" y="156"/>
                  </a:cubicBezTo>
                  <a:cubicBezTo>
                    <a:pt x="47" y="156"/>
                    <a:pt x="47" y="156"/>
                    <a:pt x="47" y="156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2"/>
                    <a:pt x="39" y="151"/>
                    <a:pt x="35" y="152"/>
                  </a:cubicBezTo>
                  <a:cubicBezTo>
                    <a:pt x="28" y="153"/>
                    <a:pt x="21" y="159"/>
                    <a:pt x="19" y="164"/>
                  </a:cubicBezTo>
                  <a:cubicBezTo>
                    <a:pt x="17" y="169"/>
                    <a:pt x="18" y="174"/>
                    <a:pt x="21" y="177"/>
                  </a:cubicBezTo>
                  <a:cubicBezTo>
                    <a:pt x="33" y="188"/>
                    <a:pt x="55" y="193"/>
                    <a:pt x="77" y="192"/>
                  </a:cubicBezTo>
                  <a:cubicBezTo>
                    <a:pt x="80" y="207"/>
                    <a:pt x="80" y="207"/>
                    <a:pt x="80" y="207"/>
                  </a:cubicBezTo>
                  <a:cubicBezTo>
                    <a:pt x="80" y="210"/>
                    <a:pt x="83" y="211"/>
                    <a:pt x="86" y="211"/>
                  </a:cubicBezTo>
                  <a:cubicBezTo>
                    <a:pt x="104" y="208"/>
                    <a:pt x="104" y="208"/>
                    <a:pt x="104" y="208"/>
                  </a:cubicBezTo>
                  <a:cubicBezTo>
                    <a:pt x="107" y="207"/>
                    <a:pt x="109" y="205"/>
                    <a:pt x="109" y="203"/>
                  </a:cubicBezTo>
                  <a:cubicBezTo>
                    <a:pt x="106" y="188"/>
                    <a:pt x="106" y="188"/>
                    <a:pt x="106" y="188"/>
                  </a:cubicBezTo>
                  <a:cubicBezTo>
                    <a:pt x="123" y="184"/>
                    <a:pt x="137" y="178"/>
                    <a:pt x="144" y="169"/>
                  </a:cubicBezTo>
                  <a:cubicBezTo>
                    <a:pt x="158" y="154"/>
                    <a:pt x="161" y="135"/>
                    <a:pt x="152" y="119"/>
                  </a:cubicBezTo>
                  <a:cubicBezTo>
                    <a:pt x="141" y="102"/>
                    <a:pt x="111" y="96"/>
                    <a:pt x="89" y="93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377">
                <a:defRPr/>
              </a:pPr>
              <a:endParaRPr lang="zh-CN" altLang="en-US">
                <a:solidFill>
                  <a:prstClr val="black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aphicFrame>
        <p:nvGraphicFramePr>
          <p:cNvPr id="58" name="图表 57">
            <a:extLst>
              <a:ext uri="{FF2B5EF4-FFF2-40B4-BE49-F238E27FC236}">
                <a16:creationId xmlns:a16="http://schemas.microsoft.com/office/drawing/2014/main" id="{B114667B-73D6-094E-AFA6-9202DFA7619F}"/>
              </a:ext>
            </a:extLst>
          </p:cNvPr>
          <p:cNvGraphicFramePr/>
          <p:nvPr/>
        </p:nvGraphicFramePr>
        <p:xfrm>
          <a:off x="6611113" y="3600823"/>
          <a:ext cx="1566312" cy="928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933E9853-D95E-18AA-55CA-603A86373374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11229F2-2604-D9FE-08BB-432B986FEF5A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EE2F884-F69E-55CF-9088-EFEBEDA41089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96C0EA4-9EFC-5BB1-5779-1DA6990A2CE6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AAE9C10-B5EC-CF0D-CBE7-20A18F48FE61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49" name="Text Box 5">
            <a:extLst>
              <a:ext uri="{FF2B5EF4-FFF2-40B4-BE49-F238E27FC236}">
                <a16:creationId xmlns:a16="http://schemas.microsoft.com/office/drawing/2014/main" id="{0DF85685-B5E6-6401-A799-175652028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14" y="230005"/>
            <a:ext cx="4847207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Monetizare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矩形 25">
            <a:extLst>
              <a:ext uri="{FF2B5EF4-FFF2-40B4-BE49-F238E27FC236}">
                <a16:creationId xmlns:a16="http://schemas.microsoft.com/office/drawing/2014/main" id="{CC1A55FF-0F16-370F-0067-75FA13351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092" y="2459504"/>
            <a:ext cx="814042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377"/>
            <a:r>
              <a:rPr lang="ro-RO" altLang="zh-CN" sz="2400" b="1" dirty="0">
                <a:solidFill>
                  <a:srgbClr val="08D1D9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-bazată pe licență</a:t>
            </a:r>
          </a:p>
          <a:p>
            <a:pPr defTabSz="914377"/>
            <a:endParaRPr lang="ro-RO" altLang="zh-CN" sz="2400" b="1" dirty="0">
              <a:solidFill>
                <a:srgbClr val="08D1D9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  <a:p>
            <a:pPr defTabSz="914377"/>
            <a:r>
              <a:rPr lang="ro-RO" altLang="zh-CN" sz="2400" b="1" dirty="0">
                <a:solidFill>
                  <a:srgbClr val="08D1D9"/>
                </a:solidFill>
                <a:latin typeface="+mj-lt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-primele instituții vor primi gratuit licența temporară sau permanentă pentru promovare</a:t>
            </a:r>
          </a:p>
          <a:p>
            <a:pPr defTabSz="914377"/>
            <a:endParaRPr lang="ro-RO" altLang="zh-CN" sz="2400" b="1" dirty="0">
              <a:solidFill>
                <a:srgbClr val="08D1D9"/>
              </a:solidFill>
              <a:latin typeface="+mj-lt"/>
              <a:ea typeface="inpin heiti" panose="00000500000000000000" pitchFamily="2" charset="-122"/>
              <a:cs typeface="Arial" panose="020B0604020202020204" pitchFamily="34" charset="0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9594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82E5E5-EE30-437C-B561-7146220C7607}"/>
              </a:ext>
            </a:extLst>
          </p:cNvPr>
          <p:cNvGrpSpPr/>
          <p:nvPr/>
        </p:nvGrpSpPr>
        <p:grpSpPr>
          <a:xfrm>
            <a:off x="5835967" y="1059164"/>
            <a:ext cx="474797" cy="83876"/>
            <a:chOff x="5848667" y="1135701"/>
            <a:chExt cx="474797" cy="8387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98D6FE-5F67-4C6D-9226-9D1C49209F8C}"/>
                </a:ext>
              </a:extLst>
            </p:cNvPr>
            <p:cNvSpPr/>
            <p:nvPr/>
          </p:nvSpPr>
          <p:spPr>
            <a:xfrm>
              <a:off x="5848667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8AAFE96-66B6-4F51-8696-ED549836C196}"/>
                </a:ext>
              </a:extLst>
            </p:cNvPr>
            <p:cNvSpPr/>
            <p:nvPr/>
          </p:nvSpPr>
          <p:spPr>
            <a:xfrm>
              <a:off x="5978974" y="1135701"/>
              <a:ext cx="83876" cy="83876"/>
            </a:xfrm>
            <a:prstGeom prst="rect">
              <a:avLst/>
            </a:prstGeom>
            <a:solidFill>
              <a:srgbClr val="03A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4EF72C4-45D7-43CA-935F-40806F60B7E8}"/>
                </a:ext>
              </a:extLst>
            </p:cNvPr>
            <p:cNvSpPr/>
            <p:nvPr/>
          </p:nvSpPr>
          <p:spPr>
            <a:xfrm>
              <a:off x="6109280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006666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998FFD1-1060-4488-AA72-4C7E1B75DB7A}"/>
                </a:ext>
              </a:extLst>
            </p:cNvPr>
            <p:cNvSpPr/>
            <p:nvPr/>
          </p:nvSpPr>
          <p:spPr>
            <a:xfrm>
              <a:off x="6239588" y="1135701"/>
              <a:ext cx="83876" cy="838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srgbClr val="79BC8F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19" name="Text Box 5">
            <a:extLst>
              <a:ext uri="{FF2B5EF4-FFF2-40B4-BE49-F238E27FC236}">
                <a16:creationId xmlns:a16="http://schemas.microsoft.com/office/drawing/2014/main" id="{C78F6A48-F200-4AF4-8913-67700D929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327" y="2497976"/>
            <a:ext cx="4847207" cy="1862048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algn="l"/>
            <a:r>
              <a:rPr lang="ro-RO" altLang="zh-CN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Q&amp;A</a:t>
            </a:r>
            <a:endParaRPr lang="zh-CN" altLang="en-US" sz="115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9169791"/>
      </p:ext>
    </p:extLst>
  </p:cSld>
  <p:clrMapOvr>
    <a:masterClrMapping/>
  </p:clrMapOvr>
  <p:transition spd="slow" advClick="0" advTm="0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230354B-8A13-48A7-8065-CC114CBC1C31}"/>
              </a:ext>
            </a:extLst>
          </p:cNvPr>
          <p:cNvSpPr/>
          <p:nvPr/>
        </p:nvSpPr>
        <p:spPr>
          <a:xfrm>
            <a:off x="5848667" y="4450401"/>
            <a:ext cx="83876" cy="83876"/>
          </a:xfrm>
          <a:prstGeom prst="rect">
            <a:avLst/>
          </a:prstGeom>
          <a:solidFill>
            <a:srgbClr val="08D1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3BB5C63-11E4-4395-8EF5-7C61FB1B5546}"/>
              </a:ext>
            </a:extLst>
          </p:cNvPr>
          <p:cNvSpPr/>
          <p:nvPr/>
        </p:nvSpPr>
        <p:spPr>
          <a:xfrm>
            <a:off x="5978974" y="4450401"/>
            <a:ext cx="83876" cy="838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880C886-B707-4310-B03D-076ACCEF85C8}"/>
              </a:ext>
            </a:extLst>
          </p:cNvPr>
          <p:cNvSpPr/>
          <p:nvPr/>
        </p:nvSpPr>
        <p:spPr>
          <a:xfrm>
            <a:off x="6109280" y="4450401"/>
            <a:ext cx="83876" cy="838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srgbClr val="006666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386B439-C33F-40D4-BFBF-C597EB36D1A0}"/>
              </a:ext>
            </a:extLst>
          </p:cNvPr>
          <p:cNvSpPr/>
          <p:nvPr/>
        </p:nvSpPr>
        <p:spPr>
          <a:xfrm>
            <a:off x="6239588" y="4450401"/>
            <a:ext cx="83876" cy="838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srgbClr val="79BC8F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CD4C659-CD64-411A-B47C-BC64391F4331}"/>
              </a:ext>
            </a:extLst>
          </p:cNvPr>
          <p:cNvSpPr/>
          <p:nvPr/>
        </p:nvSpPr>
        <p:spPr>
          <a:xfrm>
            <a:off x="5631889" y="2020997"/>
            <a:ext cx="954782" cy="954782"/>
          </a:xfrm>
          <a:prstGeom prst="ellipse">
            <a:avLst/>
          </a:prstGeom>
          <a:solidFill>
            <a:srgbClr val="03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dirty="0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D98D4FFE-0296-4FAB-8D7E-A3D59BF25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57" y="3251425"/>
            <a:ext cx="5552184" cy="92333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Kelson Sans" panose="02000500000000000000" pitchFamily="50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ro-RO" altLang="zh-CN" sz="5400" dirty="0">
                <a:solidFill>
                  <a:prstClr val="white"/>
                </a:solidFill>
                <a:latin typeface="+mj-lt"/>
                <a:ea typeface="inpin heiti" panose="00000500000000000000" pitchFamily="2" charset="-122"/>
                <a:sym typeface="inpin heiti" panose="00000500000000000000" pitchFamily="2" charset="-122"/>
              </a:rPr>
              <a:t>Mulțumim!</a:t>
            </a:r>
            <a:endParaRPr lang="zh-CN" altLang="en-US" sz="5400" dirty="0">
              <a:solidFill>
                <a:prstClr val="white"/>
              </a:solidFill>
              <a:latin typeface="+mj-lt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05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8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8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5800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5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PASSING_SCORE" val="0.000000"/>
  <p:tag name="ISPRING_ULTRA_SCORM_COURSE_ID" val="ED63F1CB-C015-47E8-9910-20B465F3061D"/>
  <p:tag name="ISPRINGONLINEFOLDERID" val="0"/>
  <p:tag name="ISPRINGONLINEFOLDERPATH" val="Content List"/>
  <p:tag name="ISPRINGCLOUDFOLDERID" val="0"/>
  <p:tag name="ISPRINGCLOUDFOLDERPATH" val="Repository"/>
  <p:tag name="ISPRING_OUTPUT_FOLDER" val="G:\第十一批待发作品\361713"/>
  <p:tag name="ISPRING_PRESENTATION_TITLE" val="59c1cf8aea509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Circle Presentation Template，Freepptbackgrounds.n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135</Words>
  <Application>Microsoft Office PowerPoint</Application>
  <PresentationFormat>Widescreen</PresentationFormat>
  <Paragraphs>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等线</vt:lpstr>
      <vt:lpstr>Arial</vt:lpstr>
      <vt:lpstr>Calibri</vt:lpstr>
      <vt:lpstr>Candara</vt:lpstr>
      <vt:lpstr>Montserrat</vt:lpstr>
      <vt:lpstr>Montserrat Light</vt:lpstr>
      <vt:lpstr>Circle Presentation Template，Freepptbackgrounds.net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Freepptbackgrounds.net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Presentation Template</dc:title>
  <dc:subject>Powerpoint Template</dc:subject>
  <dc:creator>Freepptbackgrounds.net</dc:creator>
  <cp:keywords>Circle Presentation Template</cp:keywords>
  <dc:description>Circle Presentation Template_x000d_
www.freepptbackgrounds.net</dc:description>
  <cp:lastModifiedBy>IOAN-LUCA ROȘU</cp:lastModifiedBy>
  <cp:revision>55</cp:revision>
  <dcterms:created xsi:type="dcterms:W3CDTF">2017-09-20T00:46:20Z</dcterms:created>
  <dcterms:modified xsi:type="dcterms:W3CDTF">2025-11-23T07:51:58Z</dcterms:modified>
</cp:coreProperties>
</file>